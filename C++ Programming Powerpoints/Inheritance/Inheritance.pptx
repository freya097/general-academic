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2" r:id="rId3"/>
    <p:sldId id="261" r:id="rId4"/>
    <p:sldId id="260" r:id="rId5"/>
    <p:sldId id="267" r:id="rId6"/>
    <p:sldId id="268" r:id="rId7"/>
    <p:sldId id="269" r:id="rId8"/>
    <p:sldId id="270" r:id="rId9"/>
    <p:sldId id="259" r:id="rId10"/>
    <p:sldId id="258" r:id="rId11"/>
    <p:sldId id="257" r:id="rId12"/>
    <p:sldId id="266" r:id="rId13"/>
    <p:sldId id="265" r:id="rId14"/>
    <p:sldId id="264" r:id="rId15"/>
    <p:sldId id="26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8/21/2017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7620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INHERITANCE 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914400"/>
            <a:ext cx="8305800" cy="5638800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Inheritance allows us to define a class in terms of another class, which makes it easier to create and maintain an application. 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This also provides an opportunity to reuse the code functionality and fast implementation time.</a:t>
            </a:r>
          </a:p>
          <a:p>
            <a:endParaRPr lang="en-US" sz="2800" dirty="0" smtClean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The existing class is called the base class, and the new class is referred to as the derived class.  </a:t>
            </a:r>
            <a:endParaRPr lang="en-US" sz="2800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09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Base &amp; Derived Classes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class can be derived from more than one classes, which means it can inherit data and functions from multiple base classes. 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Syntax:</a:t>
            </a:r>
          </a:p>
          <a:p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derived-class: access-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specifier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base-class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Base class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Shape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w;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height = 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width;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Derived class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Rectangle: public Shape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getArea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(width * height);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main(void)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Rectangle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Rect.setWidth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(5);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Rect.setHeight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(7);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Print the area of the object.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&lt;&lt; "Total area: "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Rect.getArea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F:\Images\Hard Drive an server\19420629_1924510244504883_2373919176054726418_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28800" y="381000"/>
            <a:ext cx="6248399" cy="609599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F:\Images\Hard Drive an server\20155741_1939757839646790_6701235653039404540_n.png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52400"/>
            <a:ext cx="8382000" cy="640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F:\Images\Hard Drive an server\20429731_1944707255818515_8995821221846899180_n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381000"/>
            <a:ext cx="7010400" cy="5943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F:\Images\Hard Drive an server\how_to_make_a_cooki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6700" y="447675"/>
            <a:ext cx="8610600" cy="59626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3810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Access Control and Inheritance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/>
          <a:lstStyle/>
          <a:p>
            <a:r>
              <a:rPr lang="en-US" dirty="0" smtClean="0"/>
              <a:t>A derived class can access all the non-private members of its base class. </a:t>
            </a:r>
          </a:p>
          <a:p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295400" y="2209800"/>
          <a:ext cx="6781800" cy="2438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95450"/>
                <a:gridCol w="1695450"/>
                <a:gridCol w="1695450"/>
                <a:gridCol w="1695450"/>
              </a:tblGrid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Access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public 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protected 	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300" b="1" baseline="0" dirty="0" smtClean="0">
                          <a:solidFill>
                            <a:srgbClr val="000000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private 	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Same class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 	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Derived classes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 	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Outside classes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yes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 	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kern="1200" baseline="0" dirty="0" smtClean="0">
                          <a:solidFill>
                            <a:schemeClr val="tx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no 	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533400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Type of Inheritance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94360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We deriving a class from a base class, the base class may be inherited through public, protected or private inheritance.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Public Inheritance :</a:t>
            </a:r>
          </a:p>
          <a:p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A base class's private members are never accessible directly from a derived class, but can be accessed through calls to the public and protected members of the base class.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Protected Inheritance: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deriving from a protected base class, public and protected members of the base class become protected members of the derived class. </a:t>
            </a:r>
          </a:p>
          <a:p>
            <a:endParaRPr lang="en-US" sz="2000" dirty="0" smtClean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2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Private Inheritance: 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When deriving from a private base class, public and protected members of the base class become private members of the derived class. </a:t>
            </a: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 smtClean="0">
              <a:latin typeface="Times New Roman" pitchFamily="18" charset="0"/>
              <a:cs typeface="Times New Roman" pitchFamily="18" charset="0"/>
            </a:endParaRP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Multiple Inheritance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Where access is one of public, protected, or private and would be given for every base class and they will be separated by comma as shown above.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4572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Program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5626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#include &lt;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iostream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&gt;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using namespace std;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// Base class Shape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class Shape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public: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setWidth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width = w;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void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setHeight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h)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height = h;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protected: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width; </a:t>
            </a:r>
          </a:p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height; </a:t>
            </a:r>
          </a:p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};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715000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/>
              <a:t>// Base class </a:t>
            </a:r>
            <a:r>
              <a:rPr lang="en-US" dirty="0" err="1" smtClean="0"/>
              <a:t>PaintCost</a:t>
            </a:r>
            <a:r>
              <a:rPr lang="en-US" dirty="0" smtClean="0"/>
              <a:t> </a:t>
            </a:r>
          </a:p>
          <a:p>
            <a:r>
              <a:rPr lang="en-US" dirty="0" smtClean="0"/>
              <a:t>class </a:t>
            </a:r>
            <a:r>
              <a:rPr lang="en-US" dirty="0" err="1" smtClean="0"/>
              <a:t>PaintCost</a:t>
            </a:r>
            <a:r>
              <a:rPr lang="en-US" dirty="0" smtClean="0"/>
              <a:t>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getCost</a:t>
            </a:r>
            <a:r>
              <a:rPr lang="en-US" dirty="0" smtClean="0"/>
              <a:t>(</a:t>
            </a:r>
            <a:r>
              <a:rPr lang="en-US" dirty="0" err="1" smtClean="0"/>
              <a:t>int</a:t>
            </a:r>
            <a:r>
              <a:rPr lang="en-US" dirty="0" smtClean="0"/>
              <a:t> area)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area * 70;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r>
              <a:rPr lang="en-US" dirty="0" smtClean="0"/>
              <a:t>// Derived class </a:t>
            </a:r>
          </a:p>
          <a:p>
            <a:r>
              <a:rPr lang="en-US" dirty="0" smtClean="0"/>
              <a:t>class Rectangle: public Shape, public </a:t>
            </a:r>
            <a:r>
              <a:rPr lang="en-US" dirty="0" err="1" smtClean="0"/>
              <a:t>PaintCost</a:t>
            </a:r>
            <a:r>
              <a:rPr lang="en-US" dirty="0" smtClean="0"/>
              <a:t>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public: </a:t>
            </a:r>
          </a:p>
          <a:p>
            <a:r>
              <a:rPr lang="en-US" dirty="0" err="1" smtClean="0"/>
              <a:t>int</a:t>
            </a:r>
            <a:r>
              <a:rPr lang="en-US" dirty="0" smtClean="0"/>
              <a:t> </a:t>
            </a:r>
            <a:r>
              <a:rPr lang="en-US" dirty="0" err="1" smtClean="0"/>
              <a:t>getArea</a:t>
            </a:r>
            <a:r>
              <a:rPr lang="en-US" dirty="0" smtClean="0"/>
              <a:t>() </a:t>
            </a:r>
          </a:p>
          <a:p>
            <a:r>
              <a:rPr lang="en-US" dirty="0" smtClean="0"/>
              <a:t>{ </a:t>
            </a:r>
          </a:p>
          <a:p>
            <a:r>
              <a:rPr lang="en-US" dirty="0" smtClean="0"/>
              <a:t>return (width * height); </a:t>
            </a:r>
          </a:p>
          <a:p>
            <a:r>
              <a:rPr lang="en-US" dirty="0" smtClean="0"/>
              <a:t>} </a:t>
            </a:r>
          </a:p>
          <a:p>
            <a:r>
              <a:rPr lang="en-US" dirty="0" smtClean="0"/>
              <a:t>};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248400"/>
          </a:xfrm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main(void)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{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Rectangle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area;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Rect.setWidth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(5);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Rect.setHeight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(7);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area =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Rect.getArea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 Print the area of the object.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&lt;&lt; "Total area: " &lt;&lt;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Rect.getArea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() &lt;&lt;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// Print the total cost of painting </a:t>
            </a:r>
          </a:p>
          <a:p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cout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 &lt;&lt; "Total paint cost: $" &lt;&lt;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Rect.getCost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(area) &lt;&lt; </a:t>
            </a:r>
            <a:r>
              <a:rPr lang="en-US" sz="2400" dirty="0" err="1" smtClean="0">
                <a:latin typeface="Times New Roman" pitchFamily="18" charset="0"/>
                <a:cs typeface="Times New Roman" pitchFamily="18" charset="0"/>
              </a:rPr>
              <a:t>endl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return 0; </a:t>
            </a:r>
          </a:p>
          <a:p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} 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236</TotalTime>
  <Words>544</Words>
  <Application>Microsoft Office PowerPoint</Application>
  <PresentationFormat>On-screen Show (4:3)</PresentationFormat>
  <Paragraphs>129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Flow</vt:lpstr>
      <vt:lpstr>INHERITANCE </vt:lpstr>
      <vt:lpstr>Base &amp; Derived Classes</vt:lpstr>
      <vt:lpstr>Program</vt:lpstr>
      <vt:lpstr>Slide 4</vt:lpstr>
      <vt:lpstr>Slide 5</vt:lpstr>
      <vt:lpstr>Slide 6</vt:lpstr>
      <vt:lpstr>Slide 7</vt:lpstr>
      <vt:lpstr>Slide 8</vt:lpstr>
      <vt:lpstr>Access Control and Inheritance</vt:lpstr>
      <vt:lpstr>Type of Inheritance</vt:lpstr>
      <vt:lpstr>Multiple Inheritance</vt:lpstr>
      <vt:lpstr>Program</vt:lpstr>
      <vt:lpstr>Slide 13</vt:lpstr>
      <vt:lpstr>Slide 14</vt:lpstr>
      <vt:lpstr>Slide 15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INHERITANCE </dc:title>
  <dc:creator>D3LL</dc:creator>
  <cp:lastModifiedBy>HCT</cp:lastModifiedBy>
  <cp:revision>34</cp:revision>
  <dcterms:created xsi:type="dcterms:W3CDTF">2006-08-16T00:00:00Z</dcterms:created>
  <dcterms:modified xsi:type="dcterms:W3CDTF">2017-08-21T04:22:30Z</dcterms:modified>
</cp:coreProperties>
</file>