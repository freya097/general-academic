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9" r:id="rId4"/>
    <p:sldId id="258" r:id="rId5"/>
    <p:sldId id="261" r:id="rId6"/>
    <p:sldId id="257" r:id="rId7"/>
    <p:sldId id="264" r:id="rId8"/>
    <p:sldId id="263" r:id="rId9"/>
    <p:sldId id="262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52401"/>
            <a:ext cx="7772400" cy="380999"/>
          </a:xfrm>
        </p:spPr>
        <p:txBody>
          <a:bodyPr>
            <a:normAutofit fontScale="90000"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NAMESPACES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685800"/>
            <a:ext cx="8458200" cy="6019800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namespace is designed to overcome this difficulty and is used as additional information to differentiate similar functions, classes, variables etc. </a:t>
            </a:r>
            <a:endParaRPr lang="en-US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namespace definition begins with the keyword namespace followed by the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namespace.</a:t>
            </a:r>
          </a:p>
          <a:p>
            <a:endParaRPr lang="en-US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namespace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namespace_name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{ </a:t>
            </a:r>
          </a:p>
          <a:p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// code declarations </a:t>
            </a:r>
          </a:p>
          <a:p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381000"/>
          </a:xfrm>
        </p:spPr>
        <p:txBody>
          <a:bodyPr>
            <a:normAutofit fontScale="90000"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09600"/>
            <a:ext cx="8610600" cy="60198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using namespace std;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first name space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namespace first_space{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void func(){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cout &lt;&lt; "Inside first_space" &lt;&lt; endl;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second name space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namespace second_space{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void func(){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cout &lt;&lt; "Inside second_space" &lt;&lt; endl;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/>
          </a:bodyPr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main 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Calls function from first name space.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first_space::func();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Calls function from second name space.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second_space::func();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572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using directive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60198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This directive tells the compiler that the subsequent code is making use of names in the specified namespace.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Code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using namespace std;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first name space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namespace first_space{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void func(){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cout &lt;&lt; "Inside first_space" &lt;&lt; endl;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62484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second name space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namespace second_space{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void func(){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cout &lt;&lt; "Inside second_space" &lt;&lt; endl;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using namespace first_space;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main 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This calls function from first name space.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func();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57200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Nested Namespaces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638800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One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namespace inside another namespace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called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nested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namespace.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namespace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namespace_name1 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code declarations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namespace namespace_name2 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code declarations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381000"/>
          </a:xfrm>
        </p:spPr>
        <p:txBody>
          <a:bodyPr>
            <a:normAutofit fontScale="90000"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943600"/>
          </a:xfrm>
        </p:spPr>
        <p:txBody>
          <a:bodyPr>
            <a:normAutofit fontScale="550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using namespace std;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first name space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namespace first_space{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void func(){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cout &lt;&lt; "Inside first_space" &lt;&lt; endl;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second name space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namespace second_space{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void func(){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cout &lt;&lt; "Inside second_space" &lt;&lt; endl;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using namespace first_space::second_space;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main 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This calls function from second name space.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func();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328</Words>
  <Application>Microsoft Office PowerPoint</Application>
  <PresentationFormat>On-screen Show (4:3)</PresentationFormat>
  <Paragraphs>87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NAMESPACES </vt:lpstr>
      <vt:lpstr>Program</vt:lpstr>
      <vt:lpstr>Slide 3</vt:lpstr>
      <vt:lpstr>The using directive</vt:lpstr>
      <vt:lpstr>Slide 5</vt:lpstr>
      <vt:lpstr>Nested Namespaces</vt:lpstr>
      <vt:lpstr>Program</vt:lpstr>
      <vt:lpstr>Slide 8</vt:lpstr>
      <vt:lpstr>Slide 9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D3LL</dc:creator>
  <cp:lastModifiedBy>HCT</cp:lastModifiedBy>
  <cp:revision>11</cp:revision>
  <dcterms:created xsi:type="dcterms:W3CDTF">2006-08-16T00:00:00Z</dcterms:created>
  <dcterms:modified xsi:type="dcterms:W3CDTF">2017-09-30T06:26:40Z</dcterms:modified>
</cp:coreProperties>
</file>