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9" r:id="rId5"/>
    <p:sldId id="258" r:id="rId6"/>
    <p:sldId id="257" r:id="rId7"/>
    <p:sldId id="265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6858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POLYMORPHISM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52600"/>
            <a:ext cx="8305800" cy="46482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word polymorphism means having many forms.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Polymorphism occurs when there is a hierarchy of classes and they are related by inheritance.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class Shape {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protected: </a:t>
            </a:r>
          </a:p>
          <a:p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width, height;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Shape(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a=0,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b=0)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width = a;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height = b;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area()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&lt;&lt; "Parent class area :" &lt;&lt;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class Rectangle: public Shape{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Rectangle(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a=0,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b=0):Shape(a, b) { } </a:t>
            </a:r>
          </a:p>
          <a:p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area ()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&lt;&lt; "Rectangle class area :" &lt;&lt;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return (width * height);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class Triangle: public Shape{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Triangle(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a=0,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b=0):Shape(a, b) { } 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area ()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&lt;&lt; "Triangle class area :" &lt;&lt;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return (width * height / 2);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Shape *shape;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Rectangle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rec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(10,7);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Triangle tri(10,5);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// store the address of Rectangle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shape = &amp;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rec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// call rectangle area.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shape-&gt;area();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// store the address of Triangle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shape = &amp;tri;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// call triangle area.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shape-&gt;area();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reason for the incorrect output is that the call of the function area() is being set once by the compiler as the version defined in the base class.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called static resolution of the function call, or static linkage - the function call is fixed before the program is executed.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class Shape { </a:t>
            </a:r>
          </a:p>
          <a:p>
            <a:r>
              <a:rPr lang="en-US" dirty="0" smtClean="0"/>
              <a:t>protected: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width, height;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Shape( </a:t>
            </a:r>
            <a:r>
              <a:rPr lang="en-US" dirty="0" err="1" smtClean="0"/>
              <a:t>int</a:t>
            </a:r>
            <a:r>
              <a:rPr lang="en-US" dirty="0" smtClean="0"/>
              <a:t> a=0, </a:t>
            </a:r>
            <a:r>
              <a:rPr lang="en-US" dirty="0" err="1" smtClean="0"/>
              <a:t>int</a:t>
            </a:r>
            <a:r>
              <a:rPr lang="en-US" dirty="0" smtClean="0"/>
              <a:t> b=0)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width = a; </a:t>
            </a:r>
          </a:p>
          <a:p>
            <a:r>
              <a:rPr lang="en-US" dirty="0" smtClean="0"/>
              <a:t>height = b;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virtual </a:t>
            </a:r>
            <a:r>
              <a:rPr lang="en-US" dirty="0" err="1" smtClean="0"/>
              <a:t>int</a:t>
            </a:r>
            <a:r>
              <a:rPr lang="en-US" dirty="0" smtClean="0"/>
              <a:t> area()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"Parent class area :"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Virtual Function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virtual function is a function in a base class that is declared using the keyword virtual.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Defining in a base class a virtual function, with another version in a derived class, signals to the compiler that we don't want static linkage for this function.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Pure Virtual Functions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possible that we want to include a virtual function in a base class so that it may be redefined in a derived class to suit the objects of that class, but that there is no meaningful definition you could give for the function in the base class.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Shape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protected: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width, height;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Shape(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a=0,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b=0)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a;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height = b;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pure virtual function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virtual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area() =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52</TotalTime>
  <Words>493</Words>
  <Application>Microsoft Office PowerPoint</Application>
  <PresentationFormat>On-screen Show (4:3)</PresentationFormat>
  <Paragraphs>93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POLYMORPHISM</vt:lpstr>
      <vt:lpstr>Program</vt:lpstr>
      <vt:lpstr>Slide 3</vt:lpstr>
      <vt:lpstr>Slide 4</vt:lpstr>
      <vt:lpstr>Slide 5</vt:lpstr>
      <vt:lpstr>Virtual Function</vt:lpstr>
      <vt:lpstr>Pure Virtual Functions</vt:lpstr>
      <vt:lpstr>Syntax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D3LL</dc:creator>
  <cp:lastModifiedBy>HCT</cp:lastModifiedBy>
  <cp:revision>12</cp:revision>
  <dcterms:created xsi:type="dcterms:W3CDTF">2006-08-16T00:00:00Z</dcterms:created>
  <dcterms:modified xsi:type="dcterms:W3CDTF">2017-09-02T09:31:06Z</dcterms:modified>
</cp:coreProperties>
</file>