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3" r:id="rId5"/>
    <p:sldId id="262" r:id="rId6"/>
    <p:sldId id="261" r:id="rId7"/>
    <p:sldId id="260" r:id="rId8"/>
    <p:sldId id="259" r:id="rId9"/>
    <p:sldId id="258" r:id="rId10"/>
    <p:sldId id="257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"/>
            <a:ext cx="7772400" cy="533401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MULTITHREADING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609600"/>
            <a:ext cx="8534400" cy="60960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Multithreading is a specialized form of multitasking and a multitasking is the feature that allows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our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computer to run two or more programs concurrently. </a:t>
            </a:r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Two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types of multitasking: process-based and thread-based. </a:t>
            </a:r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Process-based multitasking handles the concurrent execution of programs. </a:t>
            </a:r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Thread-based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multitasking deals with the concurrent execution of pieces of the same program. </a:t>
            </a: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Creating Threads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7912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pthread.h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pthread_create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(thread,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attr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start_routine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arg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thread_create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creates a new thread and makes it executable.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maximum number of threads that may be created by a process is implementation dependent.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152400"/>
            <a:ext cx="3733800" cy="4572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Terminating Threads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09600"/>
            <a:ext cx="8686800" cy="6096000"/>
          </a:xfrm>
        </p:spPr>
        <p:txBody>
          <a:bodyPr>
            <a:no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pthread_exit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is used to explicitly exit a thread.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Code: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cstdlib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pthread.h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#define NUM_THREADS 5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void *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PrintHello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(void *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threadid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long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tid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tid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= (long)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threadid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&lt;&lt; "Hello World! Thread ID, " &lt;&lt;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tid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&lt;&lt;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pthread_exit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(NULL);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382000" cy="640080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 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pthread_t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threads[NUM_THREADS];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for(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=0;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 NUM_THREADS;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++ ){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"main() : creating thread, 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pthread_create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(&amp;threads[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], NULL,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PrintHello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(void *)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Error:unable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to create thread,"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exit(-1);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pthread_exit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(NULL);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250</Words>
  <Application>Microsoft Office PowerPoint</Application>
  <PresentationFormat>On-screen Show (4:3)</PresentationFormat>
  <Paragraphs>47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MULTITHREADING </vt:lpstr>
      <vt:lpstr>Creating Threads</vt:lpstr>
      <vt:lpstr>Terminating Threads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D3LL</dc:creator>
  <cp:lastModifiedBy>HCT</cp:lastModifiedBy>
  <cp:revision>4</cp:revision>
  <dcterms:created xsi:type="dcterms:W3CDTF">2006-08-16T00:00:00Z</dcterms:created>
  <dcterms:modified xsi:type="dcterms:W3CDTF">2017-10-07T06:43:31Z</dcterms:modified>
</cp:coreProperties>
</file>