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6" r:id="rId4"/>
    <p:sldId id="265" r:id="rId5"/>
    <p:sldId id="264" r:id="rId6"/>
    <p:sldId id="263" r:id="rId7"/>
    <p:sldId id="262" r:id="rId8"/>
    <p:sldId id="261" r:id="rId9"/>
    <p:sldId id="260" r:id="rId10"/>
    <p:sldId id="259" r:id="rId11"/>
    <p:sldId id="258" r:id="rId12"/>
    <p:sldId id="257" r:id="rId13"/>
    <p:sldId id="270" r:id="rId14"/>
    <p:sldId id="269" r:id="rId15"/>
    <p:sldId id="268" r:id="rId16"/>
    <p:sldId id="273" r:id="rId17"/>
    <p:sldId id="272" r:id="rId18"/>
    <p:sldId id="271" r:id="rId19"/>
    <p:sldId id="276" r:id="rId20"/>
    <p:sldId id="275" r:id="rId21"/>
    <p:sldId id="274" r:id="rId22"/>
    <p:sldId id="279" r:id="rId23"/>
    <p:sldId id="278" r:id="rId24"/>
    <p:sldId id="277" r:id="rId25"/>
    <p:sldId id="284" r:id="rId26"/>
    <p:sldId id="283" r:id="rId27"/>
    <p:sldId id="282" r:id="rId28"/>
    <p:sldId id="281" r:id="rId29"/>
    <p:sldId id="280" r:id="rId30"/>
    <p:sldId id="288" r:id="rId31"/>
    <p:sldId id="287" r:id="rId32"/>
    <p:sldId id="286" r:id="rId33"/>
    <p:sldId id="285" r:id="rId34"/>
    <p:sldId id="289" r:id="rId35"/>
    <p:sldId id="292" r:id="rId36"/>
    <p:sldId id="291" r:id="rId37"/>
    <p:sldId id="290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152401"/>
            <a:ext cx="5867400" cy="533399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CLASSES AND OBJECTS 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38200"/>
            <a:ext cx="84582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class is used to specify the form of an object and it combines data representation and methods for manipulating that data into one neat package.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data and functions within a class are called members of the class.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class definition must be followed either by a semicolon or a list of declarations.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Syntax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638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// Length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breadth; // Breadth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height; // Height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keyword public determines the access attributes of the members of the class that follows it.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43434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Define C++ Objects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class provides the blueprints for objects, so basically an object is created from a class.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declare objects of a class with exactly the same sort of declaration that we declare variables of basic types.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Box1; // Declare Box1 of type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Box2; // Declare Box2 of type Box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9530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Accessing the Data Members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public data members of objects of a class can be accessed using the direct member access operator (.).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double length; // Length of a box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double breadth; // Breadth of a box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double height; // Height of a box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Box Box1; // Declare Box1 of type Box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Box Box2; // Declare Box2 of type Box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double volume = 0.0; // Store the volume of a box here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248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box 1 specification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Box1.height = 5.0;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Box1.length = 6.0;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Box1.breadth = 7.0;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box 2 specification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Box2.height = 10.0;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Box2.length = 12.0;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Box2.breadth = 13.0;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volume of box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 = Box1.height * Box1.length * Box1.breadth;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"Volume of Box1 : " &lt;&lt; volume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volume of box 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 = Box2.height * Box2.length * Box2.breadth;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"Volume of Box2 : " &lt;&lt; volume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8768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member functions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member function of a class is a function that has its definition or its prototype.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operates on any object of the class of which it is a member, and has access to all the members of a class for that object.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// Length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breadth; // Breadth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height; // Height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(void);// Returns box volume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same function outside the class using the scope resolution operator (::) as follows: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Syntax;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length * breadth * height;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// Length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breadth; // Breadth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height; // Height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declaration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(void);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setBreadth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hei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definitions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getVolume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length * breadth * height;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length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setBreadth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breadth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hei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height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hei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Box1; // Declare Box1 of type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Box2; // Declare Box2 of type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volume = 0.0; // Store the volume of a box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box 1 specification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Box1.setLength(6.0);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Box1.setBreadth(7.0);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Box1.setHeight(5.0);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box 2 specification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Box2.setLength(12.0);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Box2.setBreadth(13.0);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Box2.setHeight(10.0);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volume of box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 = Box1.getVolume();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"Volume of Box1 : " &lt;&lt; volume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volume of box 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 = Box2.getVolume();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"Volume of Box2 : " &lt;&lt; volume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39624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Access Modifiers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hiding is one of the important features of Object Oriented Programming.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labeled public, private, and protected sections within the class body.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class can have multiple public, protected, or private labeled sections.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Base 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public members go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protected: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protected members go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private members go here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048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public Members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public member is accessible from anywhere outside the class but within a program.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Line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definitions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length 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length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line length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(6.0);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"Length of line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line length without member function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10.0; // OK: because length is public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"Length of line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private Members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19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private member variable or function cannot be accessed, or even viewed from outside the class.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width;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715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width;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definitions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width 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box length without member function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10.0; // OK: because length is public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"Length of box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box width without member function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10.0; // Error: because width is private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(10.0); // Use member function to set it.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"Width of box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box.getWidth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protected Members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36576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protected member variable or function is very similar to a private member but it provided one additional benefit that they can be accessed in child classes which are called derived classes.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protected: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width;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SmallBox:Box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//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SmallBox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the derived class.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setSmallWidth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getSmallWidth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of child class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SmallBox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getSmallWidth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width 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SmallBox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setSmallWidth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SmallBox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box;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box width using member function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box.setSmallWidth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(5.0);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"Width of box : "&lt;&lt;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box.getSmallWidth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Constructor &amp; Destructor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class constructor is a special member function of a class that is executed whenever we create new objects of that class.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constructor will have exact same name as the class and it does not have any return type at all, not even void.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152400"/>
            <a:ext cx="3352800" cy="3048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1722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Line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Line(); // This is the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definitions including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Line::Line(void)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"Object is being created"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length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line length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(6.0);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"Length of line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Parameterized Constructor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default constructor does not have any parameter, but if you need, a constructor can have parameters.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Line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Line(double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 // This is the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definitions including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Line::Line(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"Object is being created, length =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length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477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length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(10.0);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get initially set length.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"Length of line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line length again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(6.0);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"Length of line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Class Destructor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destructor is a special member function of a class that is executed whenever an object of it's class goes out of scope or whenever the delete expression is applied to a pointer to the object of that class.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destructor will have exact same name as the class prefixed with a tilde (~)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960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Line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Line(); // This is the constructor declaration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~Line(); // This is the destructor: declaration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definitions including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Line::Line(void)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"Object is being created"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Line::~Line(void)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"Object is being deleted"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length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length;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line length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line.setLength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(6.0);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"Length of line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line.getLength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Copy Constructor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copy constructor is a constructor which creates an object by initializing it with an object of the same class, which has been created previously.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Initialize one object from another of the same type.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Copy an object to pass it as an argument to a function.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Copy an object to return it from a function.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Line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Line(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// simple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Line( const Line &amp;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); // copy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~Line(); // destructor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functions definitions including constructor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Line::Line(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"Normal constructor allocating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allocate memory for the pointer;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Line::Line(const Line &amp;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"Copy constructor allocating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new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obj.ptr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// copy the value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Line::~Line(void)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"Freeing memory!"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delete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Line::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void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*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display(Line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"Length of line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obj.getLength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display(line);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38862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Friend Functions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friend function of a class is defined outside that class' scope but it has the right to access all private and protected members of the class.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friend can be a function, function template, or member function, or a class or class template, in which case the entire class and all of its members are friends.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width;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friend 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Box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Member function definition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double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wid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Note: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is not a member function of any class.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Box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Because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is a friend of Box, it can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directly access any member of this class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"Width of box 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Main function for the program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set box width without member function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box.setWidth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(10.0);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Use friend function to print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wdith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box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Static Function Members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static member function can be called even if no objects of the class exist and the static functions are accessed using only the class name and the scope resolution operator ::.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Static member functions have a class scope and they do not have access to the this pointer of the class.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96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objectCount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Constructor definition 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Box(double l=2.0, double b=2.0, double h=2.0)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&lt;&lt;"Constructor called."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length = l;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breadth = b;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height = 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Increase every time object is created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objectCount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++;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Volume()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length * breadth * height;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static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getCount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objectCount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private: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length; // Length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breadth; // Breadth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double height; // Height of a box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Initialize static member of class Box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objectCount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0;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Print total number of objects before creating object.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Inital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Stage Count: " &lt;&lt;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getCount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Box1(3.3, 1.2, 1.5); // Declare box1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Box Box2(8.5, 6.0, 2.0); // Declare box2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Print total number of objects after creating object.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"Final Stage Count: " &lt;&lt; Box::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getCount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499</TotalTime>
  <Words>2579</Words>
  <Application>Microsoft Office PowerPoint</Application>
  <PresentationFormat>On-screen Show (4:3)</PresentationFormat>
  <Paragraphs>521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Flow</vt:lpstr>
      <vt:lpstr>CLASSES AND OBJECTS </vt:lpstr>
      <vt:lpstr>Syntax</vt:lpstr>
      <vt:lpstr>Define C++ Objects</vt:lpstr>
      <vt:lpstr>Accessing the Data Members</vt:lpstr>
      <vt:lpstr>Slide 5</vt:lpstr>
      <vt:lpstr>Class member functions</vt:lpstr>
      <vt:lpstr>Slide 7</vt:lpstr>
      <vt:lpstr>Program</vt:lpstr>
      <vt:lpstr>Slide 9</vt:lpstr>
      <vt:lpstr>Slide 10</vt:lpstr>
      <vt:lpstr>Class Access Modifiers</vt:lpstr>
      <vt:lpstr>The public Members</vt:lpstr>
      <vt:lpstr>Slide 13</vt:lpstr>
      <vt:lpstr>The private Members</vt:lpstr>
      <vt:lpstr>Program</vt:lpstr>
      <vt:lpstr>Slide 16</vt:lpstr>
      <vt:lpstr>The protected Members</vt:lpstr>
      <vt:lpstr>Program</vt:lpstr>
      <vt:lpstr>Slide 19</vt:lpstr>
      <vt:lpstr>Constructor &amp; Destructor</vt:lpstr>
      <vt:lpstr>Program</vt:lpstr>
      <vt:lpstr>Slide 22</vt:lpstr>
      <vt:lpstr>Parameterized Constructor</vt:lpstr>
      <vt:lpstr>Slide 24</vt:lpstr>
      <vt:lpstr>The Class Destructor</vt:lpstr>
      <vt:lpstr>Program</vt:lpstr>
      <vt:lpstr>Slide 27</vt:lpstr>
      <vt:lpstr>Copy Constructor</vt:lpstr>
      <vt:lpstr>Program</vt:lpstr>
      <vt:lpstr>Slide 30</vt:lpstr>
      <vt:lpstr>Friend Functions</vt:lpstr>
      <vt:lpstr>Program</vt:lpstr>
      <vt:lpstr>Slide 33</vt:lpstr>
      <vt:lpstr>Static Function Members</vt:lpstr>
      <vt:lpstr>Program</vt:lpstr>
      <vt:lpstr>Slide 36</vt:lpstr>
      <vt:lpstr>Slide 37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AND OBJECTS </dc:title>
  <dc:creator>D3LL</dc:creator>
  <cp:lastModifiedBy>HCT</cp:lastModifiedBy>
  <cp:revision>48</cp:revision>
  <dcterms:created xsi:type="dcterms:W3CDTF">2006-08-16T00:00:00Z</dcterms:created>
  <dcterms:modified xsi:type="dcterms:W3CDTF">2017-08-12T10:24:13Z</dcterms:modified>
</cp:coreProperties>
</file>