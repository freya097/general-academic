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63" r:id="rId4"/>
    <p:sldId id="262" r:id="rId5"/>
    <p:sldId id="261" r:id="rId6"/>
    <p:sldId id="260" r:id="rId7"/>
    <p:sldId id="259" r:id="rId8"/>
    <p:sldId id="258" r:id="rId9"/>
    <p:sldId id="257" r:id="rId10"/>
    <p:sldId id="267" r:id="rId11"/>
    <p:sldId id="266" r:id="rId12"/>
    <p:sldId id="265" r:id="rId13"/>
    <p:sldId id="270" r:id="rId14"/>
    <p:sldId id="269" r:id="rId15"/>
    <p:sldId id="268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9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708" autoAdjust="0"/>
    <p:restoredTop sz="94660"/>
  </p:normalViewPr>
  <p:slideViewPr>
    <p:cSldViewPr>
      <p:cViewPr varScale="1">
        <p:scale>
          <a:sx n="68" d="100"/>
          <a:sy n="68" d="100"/>
        </p:scale>
        <p:origin x="-142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8/3/2017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8/3/2017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7000" y="152401"/>
            <a:ext cx="3810000" cy="609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FUNCTIONS </a:t>
            </a:r>
            <a:endParaRPr lang="en-US" sz="2800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762000"/>
            <a:ext cx="8229600" cy="5791200"/>
          </a:xfrm>
        </p:spPr>
        <p:txBody>
          <a:bodyPr/>
          <a:lstStyle/>
          <a:p>
            <a:r>
              <a:rPr lang="en-US" dirty="0" smtClean="0"/>
              <a:t>A function is a group of statements that together perform a task. </a:t>
            </a:r>
          </a:p>
          <a:p>
            <a:endParaRPr lang="en-US" dirty="0" smtClean="0"/>
          </a:p>
          <a:p>
            <a:r>
              <a:rPr lang="en-US" dirty="0" smtClean="0"/>
              <a:t>A function </a:t>
            </a:r>
            <a:r>
              <a:rPr lang="en-US" b="1" dirty="0" smtClean="0"/>
              <a:t>declaration tells the compiler about a function's name, return type, and parameters. </a:t>
            </a:r>
          </a:p>
          <a:p>
            <a:endParaRPr lang="en-US" b="1" dirty="0" smtClean="0"/>
          </a:p>
          <a:p>
            <a:r>
              <a:rPr lang="en-US" b="1" dirty="0" smtClean="0"/>
              <a:t>A function definition provides the actual body of the function. 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2484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Defining a Function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rgbClr val="CC0099"/>
                </a:solidFill>
                <a:latin typeface="Times New Roman" pitchFamily="18" charset="0"/>
                <a:cs typeface="Times New Roman" pitchFamily="18" charset="0"/>
              </a:rPr>
              <a:t>Syntax: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return_type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function_name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parameter list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body of the function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rgbClr val="CC0099"/>
                </a:solidFill>
                <a:latin typeface="Times New Roman" pitchFamily="18" charset="0"/>
                <a:cs typeface="Times New Roman" pitchFamily="18" charset="0"/>
              </a:rPr>
              <a:t>Return Type: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function may return a value. 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return_type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is the data type of the value the function returns.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rgbClr val="CC0099"/>
                </a:solidFill>
                <a:latin typeface="Times New Roman" pitchFamily="18" charset="0"/>
                <a:cs typeface="Times New Roman" pitchFamily="18" charset="0"/>
              </a:rPr>
              <a:t>Function Name: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is the actual name of the function.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rgbClr val="CC0099"/>
                </a:solidFill>
                <a:latin typeface="Times New Roman" pitchFamily="18" charset="0"/>
                <a:cs typeface="Times New Roman" pitchFamily="18" charset="0"/>
              </a:rPr>
              <a:t>Parameters: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parameter is like a placeholder. When a function is invoked, you pass a value to the parameter.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rgbClr val="CC0099"/>
                </a:solidFill>
                <a:latin typeface="Times New Roman" pitchFamily="18" charset="0"/>
                <a:cs typeface="Times New Roman" pitchFamily="18" charset="0"/>
              </a:rPr>
              <a:t>Function Body: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function body contains a collection of statements that define what the function does. 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228600"/>
            <a:ext cx="4191000" cy="457200"/>
          </a:xfrm>
        </p:spPr>
        <p:txBody>
          <a:bodyPr>
            <a:normAutofit fontScale="900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Example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15000"/>
          </a:xfrm>
        </p:spPr>
        <p:txBody>
          <a:bodyPr>
            <a:no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// function returning the max between two numbers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max(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num1,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num2)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// local variable declaration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result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if (num1 &gt; num2)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result = num1;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else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result = num2;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return result;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381000"/>
          </a:xfrm>
        </p:spPr>
        <p:txBody>
          <a:bodyPr>
            <a:normAutofit fontScale="90000"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Function Declarations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9436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function declaration tells the compiler about a function name and how to call the function.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Syntax: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return_type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function_name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parameter list );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Code: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max(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num1,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num2);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152400"/>
            <a:ext cx="4267200" cy="6096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Calling a Function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150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program calls a function, program control is transferred to the called function.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called function performs defined task and when it’s return statement is executed or when its function-ending closing brace is reached, it returns program control back to the main program.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152400"/>
            <a:ext cx="4495800" cy="457200"/>
          </a:xfrm>
        </p:spPr>
        <p:txBody>
          <a:bodyPr>
            <a:normAutofit fontScale="900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62000"/>
            <a:ext cx="8534400" cy="58674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#include &lt;</a:t>
            </a:r>
            <a:r>
              <a:rPr lang="en-US" dirty="0" err="1" smtClean="0"/>
              <a:t>iostream</a:t>
            </a:r>
            <a:r>
              <a:rPr lang="en-US" dirty="0" smtClean="0"/>
              <a:t>&gt; </a:t>
            </a:r>
          </a:p>
          <a:p>
            <a:r>
              <a:rPr lang="en-US" dirty="0" smtClean="0"/>
              <a:t>using namespace std; </a:t>
            </a:r>
          </a:p>
          <a:p>
            <a:r>
              <a:rPr lang="en-US" dirty="0" smtClean="0"/>
              <a:t>// function declaration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max(</a:t>
            </a:r>
            <a:r>
              <a:rPr lang="en-US" dirty="0" err="1" smtClean="0"/>
              <a:t>int</a:t>
            </a:r>
            <a:r>
              <a:rPr lang="en-US" dirty="0" smtClean="0"/>
              <a:t> num1, </a:t>
            </a:r>
            <a:r>
              <a:rPr lang="en-US" dirty="0" err="1" smtClean="0"/>
              <a:t>int</a:t>
            </a:r>
            <a:r>
              <a:rPr lang="en-US" dirty="0" smtClean="0"/>
              <a:t> num2);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main ()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// local variable declaration: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a = 100;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b = 200;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ret; </a:t>
            </a:r>
          </a:p>
          <a:p>
            <a:r>
              <a:rPr lang="en-US" dirty="0" smtClean="0"/>
              <a:t>// calling a function to get max value. </a:t>
            </a:r>
          </a:p>
          <a:p>
            <a:r>
              <a:rPr lang="en-US" dirty="0" smtClean="0"/>
              <a:t>ret = max(a, b); </a:t>
            </a:r>
          </a:p>
          <a:p>
            <a:r>
              <a:rPr lang="en-US" dirty="0" err="1" smtClean="0"/>
              <a:t>cout</a:t>
            </a:r>
            <a:r>
              <a:rPr lang="en-US" dirty="0" smtClean="0"/>
              <a:t> &lt;&lt; "Max value is : " &lt;&lt; ret &lt;&lt; </a:t>
            </a:r>
            <a:r>
              <a:rPr lang="en-US" dirty="0" err="1" smtClean="0"/>
              <a:t>endl</a:t>
            </a:r>
            <a:r>
              <a:rPr lang="en-US" dirty="0" smtClean="0"/>
              <a:t>; </a:t>
            </a:r>
          </a:p>
          <a:p>
            <a:r>
              <a:rPr lang="en-US" dirty="0" smtClean="0"/>
              <a:t>return 0;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// function returning the max between two numbers 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867400"/>
          </a:xfrm>
        </p:spPr>
        <p:txBody>
          <a:bodyPr>
            <a:normAutofit/>
          </a:bodyPr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max(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num1,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num2)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local variable declaration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result;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(num1 &gt; num2)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result = num1;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else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result = num2;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result;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152400"/>
            <a:ext cx="4876800" cy="5334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Function Arguments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867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rgbClr val="CC0099"/>
                </a:solidFill>
                <a:latin typeface="Times New Roman" pitchFamily="18" charset="0"/>
                <a:cs typeface="Times New Roman" pitchFamily="18" charset="0"/>
              </a:rPr>
              <a:t>Call by value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method copies the actual value of an argument into the formal parameter of the function. 	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rgbClr val="CC0099"/>
                </a:solidFill>
                <a:latin typeface="Times New Roman" pitchFamily="18" charset="0"/>
                <a:cs typeface="Times New Roman" pitchFamily="18" charset="0"/>
              </a:rPr>
              <a:t>Call by pointer </a:t>
            </a:r>
            <a:endParaRPr lang="en-US" dirty="0" smtClean="0">
              <a:solidFill>
                <a:srgbClr val="CC0099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method copies the address of an argument into the formal parameter.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rgbClr val="CC0099"/>
                </a:solidFill>
                <a:latin typeface="Times New Roman" pitchFamily="18" charset="0"/>
                <a:cs typeface="Times New Roman" pitchFamily="18" charset="0"/>
              </a:rPr>
              <a:t>Call by reference 	</a:t>
            </a:r>
            <a:endParaRPr lang="en-US" dirty="0" smtClean="0">
              <a:solidFill>
                <a:srgbClr val="CC0099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method copies the reference of an argument into the formal parameter. 		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81000"/>
          </a:xfrm>
        </p:spPr>
        <p:txBody>
          <a:bodyPr>
            <a:normAutofit fontScale="900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Call by Value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60198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call by value method of passing arguments to a function copies the actual value of an argument into the formal parameter of the function.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Syntax: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// function definition to swap the values.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void swap(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x,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y)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temp;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temp = x; /* save the value of x */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x = y; /* put y into x */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y = temp; /* put x into y */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152400"/>
            <a:ext cx="3733800" cy="4572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60198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using namespace std;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function declaration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swap(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x,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y);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main 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local variable declaration: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 = 100;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b = 200;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"Before swap, value of a :" &lt;&lt; a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"Before swap, value of b :" &lt;&lt; b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calling a function to swap the values.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swap(a, b);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"After swap, value of a :" &lt;&lt; a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"After swap, value of b :" &lt;&lt; b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0" y="152400"/>
            <a:ext cx="3352800" cy="381000"/>
          </a:xfrm>
        </p:spPr>
        <p:txBody>
          <a:bodyPr>
            <a:normAutofit fontScale="90000"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Call by Pointer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867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call by pointer method of passing arguments to a function copies the address of an argument into the formal parameter.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rgbClr val="CC0099"/>
                </a:solidFill>
                <a:latin typeface="Times New Roman" pitchFamily="18" charset="0"/>
                <a:cs typeface="Times New Roman" pitchFamily="18" charset="0"/>
              </a:rPr>
              <a:t>Syntax: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function definition to swap the values.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swap(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*x,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*y)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temp;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temp = *x; /* save the value at address x */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*x = *y; /* put y into x */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*y = temp; /* put x into y */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152400"/>
            <a:ext cx="3048000" cy="4572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60198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using namespace std;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function declaration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swap(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*x,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*y);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main 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local variable declaration: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 = 100;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b = 200;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"Before swap, value of a :" &lt;&lt; a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"Before swap, value of b :" &lt;&lt; b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/* calling a function to swap the values.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* &amp;a indicates pointer to a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address of variable a and* &amp;b indicates pointer to b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address of variable b.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*/ 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swap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(&amp;a, &amp;b);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"After swap, value of a :" &lt;&lt; a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"After swap, value of b :" &lt;&lt; b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152400"/>
            <a:ext cx="4191000" cy="5334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Call by Reference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8674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call by reference method of passing arguments to a function copies the reference of an argument into the formal parameter.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Syntax: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function definition to swap the values.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swap(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&amp;x,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&amp;y)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temp;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temp = x; /* save the value at address x */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x = y; /* put y into x */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 = temp; /* put x into y */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return;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152400"/>
            <a:ext cx="4267200" cy="5334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5626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using namespace std;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function declaration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swap(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&amp;x,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&amp;y);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main 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local variable declaration: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 = 100;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b = 200;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715000"/>
          </a:xfrm>
        </p:spPr>
        <p:txBody>
          <a:bodyPr>
            <a:normAutofit/>
          </a:bodyPr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"Before swap, value of a :" &lt;&lt; a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"Before swap, value of b :" &lt;&lt; b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/* calling a function to swap the values using variable reference.*/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swap(a, b);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"After swap, value of a :" &lt;&lt; a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"After swap, value of b :" &lt;&lt; b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151</TotalTime>
  <Words>1024</Words>
  <Application>Microsoft Office PowerPoint</Application>
  <PresentationFormat>On-screen Show (4:3)</PresentationFormat>
  <Paragraphs>184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Flow</vt:lpstr>
      <vt:lpstr>FUNCTIONS </vt:lpstr>
      <vt:lpstr>Slide 2</vt:lpstr>
      <vt:lpstr>Example</vt:lpstr>
      <vt:lpstr>Function Declarations</vt:lpstr>
      <vt:lpstr>Calling a Function</vt:lpstr>
      <vt:lpstr>Program</vt:lpstr>
      <vt:lpstr>Slide 7</vt:lpstr>
      <vt:lpstr>Function Arguments</vt:lpstr>
      <vt:lpstr>Call by Value</vt:lpstr>
      <vt:lpstr>Program</vt:lpstr>
      <vt:lpstr>Call by Pointer</vt:lpstr>
      <vt:lpstr>Program</vt:lpstr>
      <vt:lpstr>Slide 13</vt:lpstr>
      <vt:lpstr>Call by Reference</vt:lpstr>
      <vt:lpstr>Program</vt:lpstr>
      <vt:lpstr>Slide 16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FUNCTIONS </dc:title>
  <dc:creator>D3LL</dc:creator>
  <cp:lastModifiedBy>HCT</cp:lastModifiedBy>
  <cp:revision>23</cp:revision>
  <dcterms:created xsi:type="dcterms:W3CDTF">2006-08-16T00:00:00Z</dcterms:created>
  <dcterms:modified xsi:type="dcterms:W3CDTF">2017-08-03T13:40:18Z</dcterms:modified>
</cp:coreProperties>
</file>