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0" r:id="rId4"/>
    <p:sldId id="261" r:id="rId5"/>
    <p:sldId id="262" r:id="rId6"/>
    <p:sldId id="259" r:id="rId7"/>
    <p:sldId id="258" r:id="rId8"/>
    <p:sldId id="257" r:id="rId9"/>
    <p:sldId id="264" r:id="rId10"/>
    <p:sldId id="265" r:id="rId11"/>
    <p:sldId id="268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228601"/>
            <a:ext cx="48768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TYPES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838200"/>
            <a:ext cx="8382000" cy="5638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 program in any language, we need to use various variables to store various information. 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Variables are nothing but reserved memory locations to store values. 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This means that when you create a variable you reserve some space in memory.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5638800"/>
          </a:xfrm>
        </p:spPr>
        <p:txBody>
          <a:bodyPr/>
          <a:lstStyle/>
          <a:p>
            <a:r>
              <a:rPr lang="en-US" dirty="0" smtClean="0"/>
              <a:t>We have to store information of various data types like character, wide character, integer, floating point, double floating point, boolean etc. </a:t>
            </a:r>
          </a:p>
          <a:p>
            <a:endParaRPr lang="en-US" dirty="0" smtClean="0"/>
          </a:p>
          <a:p>
            <a:r>
              <a:rPr lang="en-US" dirty="0" smtClean="0"/>
              <a:t>Based on the data type of a variable, the operating system allocates memory and decides what can be stored in the reserved memory.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5486400" cy="533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Primitive Built-in Types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990600"/>
          <a:ext cx="8229600" cy="462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/>
                <a:gridCol w="4114800"/>
              </a:tblGrid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Type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Keyword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Character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char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Floating point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Double floating point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Double floating point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Valueless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void 	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Wide character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wchar_t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The size of variables might be different from those shown in the above table, depending on the compiler and the computer you are using. </a:t>
            </a:r>
          </a:p>
          <a:p>
            <a:endParaRPr lang="en-US" sz="2400" dirty="0" smtClean="0"/>
          </a:p>
          <a:p>
            <a:r>
              <a:rPr lang="en-US" sz="2400" dirty="0" smtClean="0"/>
              <a:t>Program</a:t>
            </a:r>
          </a:p>
          <a:p>
            <a:endParaRPr lang="en-US" sz="2400" dirty="0" smtClean="0"/>
          </a:p>
          <a:p>
            <a:r>
              <a:rPr lang="en-US" sz="2400" dirty="0" smtClean="0"/>
              <a:t>#include &lt;</a:t>
            </a:r>
            <a:r>
              <a:rPr lang="en-US" sz="2400" dirty="0" err="1" smtClean="0"/>
              <a:t>iostream</a:t>
            </a:r>
            <a:r>
              <a:rPr lang="en-US" sz="2400" dirty="0" smtClean="0"/>
              <a:t>&gt; </a:t>
            </a:r>
          </a:p>
          <a:p>
            <a:r>
              <a:rPr lang="en-US" sz="2400" dirty="0" smtClean="0"/>
              <a:t>using namespace std; </a:t>
            </a:r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 main() </a:t>
            </a:r>
          </a:p>
          <a:p>
            <a:r>
              <a:rPr lang="en-US" sz="2400" dirty="0" smtClean="0"/>
              <a:t>{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char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(char)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</a:t>
            </a:r>
            <a:r>
              <a:rPr lang="en-US" sz="2400" dirty="0" err="1" smtClean="0"/>
              <a:t>int</a:t>
            </a:r>
            <a:r>
              <a:rPr lang="en-US" sz="2400" dirty="0" smtClean="0"/>
              <a:t>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</a:t>
            </a:r>
            <a:r>
              <a:rPr lang="en-US" sz="2400" dirty="0" err="1" smtClean="0"/>
              <a:t>int</a:t>
            </a:r>
            <a:r>
              <a:rPr lang="en-US" sz="2400" dirty="0" smtClean="0"/>
              <a:t>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short </a:t>
            </a:r>
            <a:r>
              <a:rPr lang="en-US" sz="2400" dirty="0" err="1" smtClean="0"/>
              <a:t>int</a:t>
            </a:r>
            <a:r>
              <a:rPr lang="en-US" sz="2400" dirty="0" smtClean="0"/>
              <a:t>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(short </a:t>
            </a:r>
            <a:r>
              <a:rPr lang="en-US" sz="2400" dirty="0" err="1" smtClean="0"/>
              <a:t>int</a:t>
            </a:r>
            <a:r>
              <a:rPr lang="en-US" sz="2400" dirty="0" smtClean="0"/>
              <a:t>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long </a:t>
            </a:r>
            <a:r>
              <a:rPr lang="en-US" sz="2400" dirty="0" err="1" smtClean="0"/>
              <a:t>int</a:t>
            </a:r>
            <a:r>
              <a:rPr lang="en-US" sz="2400" dirty="0" smtClean="0"/>
              <a:t>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(long </a:t>
            </a:r>
            <a:r>
              <a:rPr lang="en-US" sz="2400" dirty="0" err="1" smtClean="0"/>
              <a:t>int</a:t>
            </a:r>
            <a:r>
              <a:rPr lang="en-US" sz="2400" dirty="0" smtClean="0"/>
              <a:t>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float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(float)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double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(double)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err="1" smtClean="0"/>
              <a:t>cout</a:t>
            </a:r>
            <a:r>
              <a:rPr lang="en-US" sz="2400" dirty="0" smtClean="0"/>
              <a:t> &lt;&lt; "Size of </a:t>
            </a:r>
            <a:r>
              <a:rPr lang="en-US" sz="2400" dirty="0" err="1" smtClean="0"/>
              <a:t>wchar_t</a:t>
            </a:r>
            <a:r>
              <a:rPr lang="en-US" sz="2400" dirty="0" smtClean="0"/>
              <a:t> : " &lt;&lt;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</a:t>
            </a:r>
            <a:r>
              <a:rPr lang="en-US" sz="2400" dirty="0" err="1" smtClean="0"/>
              <a:t>wchar_t</a:t>
            </a:r>
            <a:r>
              <a:rPr lang="en-US" sz="2400" dirty="0" smtClean="0"/>
              <a:t>) &lt;&lt; </a:t>
            </a:r>
            <a:r>
              <a:rPr lang="en-US" sz="2400" dirty="0" err="1" smtClean="0"/>
              <a:t>endl</a:t>
            </a:r>
            <a:r>
              <a:rPr lang="en-US" sz="2400" dirty="0" smtClean="0"/>
              <a:t>; </a:t>
            </a:r>
          </a:p>
          <a:p>
            <a:r>
              <a:rPr lang="en-US" sz="2400" dirty="0" smtClean="0"/>
              <a:t>return 0; </a:t>
            </a:r>
          </a:p>
          <a:p>
            <a:r>
              <a:rPr lang="en-US" sz="2400" dirty="0" smtClean="0"/>
              <a:t>}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3657600" cy="6096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typedef</a:t>
            </a:r>
            <a:r>
              <a:rPr lang="en-US" sz="2400" dirty="0" smtClean="0"/>
              <a:t> Declarations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create a new name for an existing type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type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newname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Example Code: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feet;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800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Enumerated Types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/>
          <a:lstStyle/>
          <a:p>
            <a:r>
              <a:rPr lang="en-US" dirty="0" smtClean="0"/>
              <a:t>Each enumerator is a constant whose type is the enumeration. </a:t>
            </a:r>
          </a:p>
          <a:p>
            <a:r>
              <a:rPr lang="en-US" dirty="0" smtClean="0"/>
              <a:t>Creating an enumeration requires the use of the keyword </a:t>
            </a:r>
            <a:r>
              <a:rPr lang="en-US" b="1" dirty="0" err="1" smtClean="0"/>
              <a:t>enum</a:t>
            </a:r>
            <a:r>
              <a:rPr lang="en-US" b="1" dirty="0" smtClean="0"/>
              <a:t>. </a:t>
            </a:r>
          </a:p>
          <a:p>
            <a:endParaRPr lang="en-US" b="1" dirty="0" smtClean="0"/>
          </a:p>
          <a:p>
            <a:r>
              <a:rPr lang="en-US" b="1" dirty="0" smtClean="0"/>
              <a:t>Syntax:</a:t>
            </a:r>
          </a:p>
          <a:p>
            <a:endParaRPr lang="en-US" b="1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</a:t>
            </a:r>
            <a:r>
              <a:rPr lang="en-US" dirty="0" err="1" smtClean="0"/>
              <a:t>enum</a:t>
            </a:r>
            <a:r>
              <a:rPr lang="en-US" dirty="0" smtClean="0"/>
              <a:t>-name { list of names } </a:t>
            </a:r>
            <a:r>
              <a:rPr lang="en-US" dirty="0" err="1" smtClean="0"/>
              <a:t>var</a:t>
            </a:r>
            <a:r>
              <a:rPr lang="en-US" dirty="0" smtClean="0"/>
              <a:t>-list;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638800"/>
          </a:xfrm>
        </p:spPr>
        <p:txBody>
          <a:bodyPr/>
          <a:lstStyle/>
          <a:p>
            <a:r>
              <a:rPr lang="en-US" dirty="0" smtClean="0"/>
              <a:t>For example, the following code defines an enumeration of colors called colors and the variable c of type color. </a:t>
            </a:r>
          </a:p>
          <a:p>
            <a:endParaRPr lang="en-US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color { red, green, blue } c; </a:t>
            </a:r>
          </a:p>
          <a:p>
            <a:r>
              <a:rPr lang="en-US" dirty="0" smtClean="0"/>
              <a:t>c = blue;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315200" cy="43891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Memory For </a:t>
            </a:r>
            <a:r>
              <a:rPr lang="en-US" sz="3200" dirty="0" err="1" smtClean="0"/>
              <a:t>DataTypes</a:t>
            </a:r>
            <a:endParaRPr lang="en-US" sz="3200" dirty="0"/>
          </a:p>
        </p:txBody>
      </p:sp>
      <p:pic>
        <p:nvPicPr>
          <p:cNvPr id="1026" name="Picture 2" descr="E:\Softwares\C++\C++\data-typ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5800"/>
            <a:ext cx="8650288" cy="601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Memory Allocation</a:t>
            </a:r>
            <a:endParaRPr lang="en-US" dirty="0"/>
          </a:p>
        </p:txBody>
      </p:sp>
      <p:pic>
        <p:nvPicPr>
          <p:cNvPr id="2050" name="Picture 2" descr="E:\Softwares\C++\C++\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295400"/>
            <a:ext cx="4953000" cy="51292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28600"/>
            <a:ext cx="35052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VARIABLES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variable provides us with named storage that our programs can manipulate.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variable in C++ has a specific type, which determines the size and layout of the variable's memory; the range of values that can be stored within that memory;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Enumeration, Pointer, Array, Reference, Data structures, and Classes.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191000" cy="533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Variable Definition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variable definition tells the compiler where and how much storage to create for the variable.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variable_list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Programatic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j, k;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char c,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float f, salary;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double d;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Variable Declaration in C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++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variable declaration has its meaning at the time of compilation only, compiler needs actual variable declaration at the time of linking of the program.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52400"/>
            <a:ext cx="34290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Variable declaration: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extern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a, b;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extern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extern float f;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Variable definition: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a, b;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float </a:t>
            </a:r>
            <a:r>
              <a:rPr lang="en-US" dirty="0"/>
              <a:t>f;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actual initialization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= 10;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 = 20;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 = a + b;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&lt;&lt; c &lt;&lt;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 = 70.0/3.0;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&lt;&lt; f &lt;&lt;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</TotalTime>
  <Words>597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DATA TYPES </vt:lpstr>
      <vt:lpstr>Slide 2</vt:lpstr>
      <vt:lpstr>Primitive Built-in Types</vt:lpstr>
      <vt:lpstr>Slide 4</vt:lpstr>
      <vt:lpstr>typedef Declarations</vt:lpstr>
      <vt:lpstr>Enumerated Types</vt:lpstr>
      <vt:lpstr>Slide 7</vt:lpstr>
      <vt:lpstr>Memory For DataTypes</vt:lpstr>
      <vt:lpstr>Memory Allocation</vt:lpstr>
      <vt:lpstr>VARIABLES</vt:lpstr>
      <vt:lpstr>Variable Definition in C++</vt:lpstr>
      <vt:lpstr>Variable Declaration in C++</vt:lpstr>
      <vt:lpstr>Program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 </dc:title>
  <dc:creator>D3LL</dc:creator>
  <cp:lastModifiedBy>HCT</cp:lastModifiedBy>
  <cp:revision>13</cp:revision>
  <dcterms:created xsi:type="dcterms:W3CDTF">2006-08-16T00:00:00Z</dcterms:created>
  <dcterms:modified xsi:type="dcterms:W3CDTF">2017-08-03T04:23:41Z</dcterms:modified>
</cp:coreProperties>
</file>