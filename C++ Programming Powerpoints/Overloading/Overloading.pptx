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70" r:id="rId12"/>
    <p:sldId id="272" r:id="rId13"/>
    <p:sldId id="271" r:id="rId14"/>
    <p:sldId id="269" r:id="rId15"/>
    <p:sldId id="268" r:id="rId16"/>
    <p:sldId id="267" r:id="rId17"/>
    <p:sldId id="257" r:id="rId18"/>
    <p:sldId id="278" r:id="rId19"/>
    <p:sldId id="277" r:id="rId20"/>
    <p:sldId id="276" r:id="rId21"/>
    <p:sldId id="275" r:id="rId22"/>
    <p:sldId id="274" r:id="rId23"/>
    <p:sldId id="273" r:id="rId24"/>
    <p:sldId id="284" r:id="rId25"/>
    <p:sldId id="283" r:id="rId26"/>
    <p:sldId id="282" r:id="rId27"/>
    <p:sldId id="281" r:id="rId28"/>
    <p:sldId id="280" r:id="rId29"/>
    <p:sldId id="279" r:id="rId30"/>
    <p:sldId id="289" r:id="rId31"/>
    <p:sldId id="288" r:id="rId32"/>
    <p:sldId id="287" r:id="rId33"/>
    <p:sldId id="286" r:id="rId34"/>
    <p:sldId id="285" r:id="rId35"/>
    <p:sldId id="290" r:id="rId36"/>
    <p:sldId id="295" r:id="rId37"/>
    <p:sldId id="294" r:id="rId38"/>
    <p:sldId id="293" r:id="rId39"/>
    <p:sldId id="292" r:id="rId40"/>
    <p:sldId id="291" r:id="rId41"/>
    <p:sldId id="296" r:id="rId42"/>
    <p:sldId id="298" r:id="rId43"/>
    <p:sldId id="297" r:id="rId44"/>
    <p:sldId id="302" r:id="rId45"/>
    <p:sldId id="301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609599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OVERLOADING (OPERATOR &amp; FUNCTION)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819400"/>
            <a:ext cx="8305800" cy="3581400"/>
          </a:xfrm>
        </p:spPr>
        <p:txBody>
          <a:bodyPr/>
          <a:lstStyle/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We specify more than one definition for a function name or an operator in the same scope, which is called function overloading and operator overloading respectively. 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Function Overloading in C++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definition of the function must differ from each other by the types and/or the number of arguments in the argument list.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cannot  overload function declarations that differ only by return type.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</a:t>
            </a:r>
            <a:r>
              <a:rPr lang="en-US" dirty="0" err="1" smtClean="0"/>
              <a:t>printData</a:t>
            </a:r>
            <a:r>
              <a:rPr lang="en-US" dirty="0" smtClean="0"/>
              <a:t>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void print(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 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"Printing </a:t>
            </a:r>
            <a:r>
              <a:rPr lang="en-US" dirty="0" err="1" smtClean="0"/>
              <a:t>int</a:t>
            </a:r>
            <a:r>
              <a:rPr lang="en-US" dirty="0" smtClean="0"/>
              <a:t>: " &lt;&lt; </a:t>
            </a:r>
            <a:r>
              <a:rPr lang="en-US" dirty="0" err="1" smtClean="0"/>
              <a:t>i</a:t>
            </a:r>
            <a:r>
              <a:rPr lang="en-US" dirty="0" smtClean="0"/>
              <a:t>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void print(double f) 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"Printing float: " &lt;&lt; f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void print(char* c) 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"Printing character: " &lt;&lt; c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/>
          </a:bodyPr>
          <a:lstStyle/>
          <a:p>
            <a:r>
              <a:rPr lang="en-US" dirty="0" err="1" smtClean="0"/>
              <a:t>int</a:t>
            </a:r>
            <a:r>
              <a:rPr lang="en-US" dirty="0" smtClean="0"/>
              <a:t> main(void)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printData</a:t>
            </a:r>
            <a:r>
              <a:rPr lang="en-US" dirty="0" smtClean="0"/>
              <a:t> pd; </a:t>
            </a:r>
          </a:p>
          <a:p>
            <a:r>
              <a:rPr lang="en-US" dirty="0" smtClean="0"/>
              <a:t>// Call print to print integer </a:t>
            </a:r>
          </a:p>
          <a:p>
            <a:r>
              <a:rPr lang="en-US" dirty="0" err="1" smtClean="0"/>
              <a:t>pd.print</a:t>
            </a:r>
            <a:r>
              <a:rPr lang="en-US" dirty="0" smtClean="0"/>
              <a:t>(5); </a:t>
            </a:r>
          </a:p>
          <a:p>
            <a:r>
              <a:rPr lang="en-US" dirty="0" smtClean="0"/>
              <a:t>// Call print to print float </a:t>
            </a:r>
          </a:p>
          <a:p>
            <a:r>
              <a:rPr lang="en-US" dirty="0" err="1" smtClean="0"/>
              <a:t>pd.print</a:t>
            </a:r>
            <a:r>
              <a:rPr lang="en-US" dirty="0" smtClean="0"/>
              <a:t>(500.263); </a:t>
            </a:r>
          </a:p>
          <a:p>
            <a:r>
              <a:rPr lang="en-US" dirty="0" smtClean="0"/>
              <a:t>// Call print to print character </a:t>
            </a:r>
          </a:p>
          <a:p>
            <a:r>
              <a:rPr lang="en-US" dirty="0" err="1" smtClean="0"/>
              <a:t>pd.print</a:t>
            </a:r>
            <a:r>
              <a:rPr lang="en-US" dirty="0" smtClean="0"/>
              <a:t>("Hello C++");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Operators Overloading in C++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r>
              <a:rPr lang="en-US" dirty="0" smtClean="0"/>
              <a:t>Overloaded operators are functions with special names the keyword operator followed by the symbol for the operator being defined.</a:t>
            </a:r>
          </a:p>
          <a:p>
            <a:endParaRPr lang="en-US" dirty="0" smtClean="0"/>
          </a:p>
          <a:p>
            <a:r>
              <a:rPr lang="en-US" dirty="0" smtClean="0"/>
              <a:t>Syntax:</a:t>
            </a:r>
          </a:p>
          <a:p>
            <a:endParaRPr lang="en-US" dirty="0" smtClean="0"/>
          </a:p>
          <a:p>
            <a:r>
              <a:rPr lang="en-US" dirty="0" smtClean="0"/>
              <a:t>Box operator+(const Box&amp;);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Autofit/>
          </a:bodyPr>
          <a:lstStyle/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getVolume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(void)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return length * breadth * height;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length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setBreadth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bre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breadth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bre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setHeight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hei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height =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hei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// Overload + operator to add two Box objects. 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Box operator+(const Box&amp; b)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Box </a:t>
            </a:r>
            <a:r>
              <a:rPr lang="en-US" dirty="0" err="1" smtClean="0"/>
              <a:t>box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box.length</a:t>
            </a:r>
            <a:r>
              <a:rPr lang="en-US" dirty="0" smtClean="0"/>
              <a:t> = this-&gt;length + </a:t>
            </a:r>
            <a:r>
              <a:rPr lang="en-US" dirty="0" err="1" smtClean="0"/>
              <a:t>b.length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box.breadth</a:t>
            </a:r>
            <a:r>
              <a:rPr lang="en-US" dirty="0" smtClean="0"/>
              <a:t> = this-&gt;breadth + </a:t>
            </a:r>
            <a:r>
              <a:rPr lang="en-US" dirty="0" err="1" smtClean="0"/>
              <a:t>b.breadth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box.height</a:t>
            </a:r>
            <a:r>
              <a:rPr lang="en-US" dirty="0" smtClean="0"/>
              <a:t> = this-&gt;height + </a:t>
            </a:r>
            <a:r>
              <a:rPr lang="en-US" dirty="0" err="1" smtClean="0"/>
              <a:t>b.height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box;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smtClean="0"/>
              <a:t>double length; // Length of a box </a:t>
            </a:r>
          </a:p>
          <a:p>
            <a:r>
              <a:rPr lang="en-US" dirty="0" smtClean="0"/>
              <a:t>double breadth; // Breadth of a box </a:t>
            </a:r>
          </a:p>
          <a:p>
            <a:r>
              <a:rPr lang="en-US" dirty="0" smtClean="0"/>
              <a:t>double height; // Height of a box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smtClean="0"/>
              <a:t>// Main function for the program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Box Box1; // Declare Box1 of type Box </a:t>
            </a:r>
          </a:p>
          <a:p>
            <a:r>
              <a:rPr lang="en-US" dirty="0" smtClean="0"/>
              <a:t>Box Box2; // Declare Box2 of type Box </a:t>
            </a:r>
          </a:p>
          <a:p>
            <a:r>
              <a:rPr lang="en-US" dirty="0" smtClean="0"/>
              <a:t>Box Box3; // Declare Box3 of type Box </a:t>
            </a:r>
          </a:p>
          <a:p>
            <a:r>
              <a:rPr lang="en-US" dirty="0" smtClean="0"/>
              <a:t>double volume = 0.0; // Store the volume of a box here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box 1 specification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Box1.setLength(6.0);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Box1.setBreadth(7.0);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Box1.setHeight(5.0);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box 2 specification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Box2.setLength(12.0);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Box2.setBreadth(13.0);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Box2.setHeight(10.0);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volume of box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 = Box1.getVolume();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"Volume of Box1 : " &lt;&lt; volume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volume of box 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 = Box2.getVolume();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"Volume of Box2 : " &lt;&lt; volume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Add two object as follows: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Box3 = Box1 + Box2;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volume of box 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 = Box3.getVolume();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"Volume of Box3 : " &lt;&lt; volume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Operator Overloading Examples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447800"/>
          <a:ext cx="8229600" cy="350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800"/>
                <a:gridCol w="4114800"/>
              </a:tblGrid>
              <a:tr h="701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S.N.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Operators and Example 	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Unary operators overloading 	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Binary operators overloading 	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Relational operators overloading 	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Input/Output</a:t>
                      </a: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operators overloading 	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144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Unary Operators Overloading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4196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unary operators operate on a single operand and following are the examples  are.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increment (++) and decrement (--) operators.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unary minus (-) operator.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logical not (!) operator.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Distance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feet; // 0 to infinite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inches; // 0 to 12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// required constructors </a:t>
            </a:r>
          </a:p>
          <a:p>
            <a:r>
              <a:rPr lang="en-US" dirty="0" smtClean="0"/>
              <a:t>Distance(){ </a:t>
            </a:r>
          </a:p>
          <a:p>
            <a:r>
              <a:rPr lang="en-US" dirty="0" smtClean="0"/>
              <a:t>feet = 0; </a:t>
            </a:r>
          </a:p>
          <a:p>
            <a:r>
              <a:rPr lang="en-US" dirty="0" smtClean="0"/>
              <a:t>inches =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Distance(</a:t>
            </a:r>
            <a:r>
              <a:rPr lang="en-US" dirty="0" err="1" smtClean="0"/>
              <a:t>int</a:t>
            </a:r>
            <a:r>
              <a:rPr lang="en-US" dirty="0" smtClean="0"/>
              <a:t> f,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){ </a:t>
            </a:r>
          </a:p>
          <a:p>
            <a:r>
              <a:rPr lang="en-US" dirty="0" smtClean="0"/>
              <a:t>feet = f; </a:t>
            </a:r>
          </a:p>
          <a:p>
            <a:r>
              <a:rPr lang="en-US" dirty="0" smtClean="0"/>
              <a:t>inches =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// method to display distance </a:t>
            </a:r>
          </a:p>
          <a:p>
            <a:r>
              <a:rPr lang="en-US" dirty="0" smtClean="0"/>
              <a:t>void </a:t>
            </a:r>
            <a:r>
              <a:rPr lang="en-US" dirty="0" err="1" smtClean="0"/>
              <a:t>displayDistance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"F: " &lt;&lt; feet &lt;&lt; " I:" &lt;&lt; inches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overloaded minus (-) operator </a:t>
            </a:r>
          </a:p>
          <a:p>
            <a:r>
              <a:rPr lang="en-US" dirty="0" smtClean="0"/>
              <a:t>Distance operator-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feet = -feet; </a:t>
            </a:r>
          </a:p>
          <a:p>
            <a:r>
              <a:rPr lang="en-US" dirty="0" smtClean="0"/>
              <a:t>inches = -inches; </a:t>
            </a:r>
          </a:p>
          <a:p>
            <a:r>
              <a:rPr lang="en-US" dirty="0" smtClean="0"/>
              <a:t>return Distance(feet, inches);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</a:t>
            </a:r>
          </a:p>
          <a:p>
            <a:r>
              <a:rPr lang="en-US" dirty="0" smtClean="0"/>
              <a:t>{ </a:t>
            </a:r>
          </a:p>
          <a:p>
            <a:r>
              <a:rPr lang="fr-FR" dirty="0" smtClean="0"/>
              <a:t>Distance D1(11, 10), D2(-5, 11); </a:t>
            </a:r>
          </a:p>
          <a:p>
            <a:r>
              <a:rPr lang="en-US" dirty="0" smtClean="0"/>
              <a:t>-D1; // apply negation </a:t>
            </a:r>
          </a:p>
          <a:p>
            <a:r>
              <a:rPr lang="en-US" dirty="0" smtClean="0"/>
              <a:t>D1.displayDistance(); // display D1 </a:t>
            </a:r>
          </a:p>
          <a:p>
            <a:r>
              <a:rPr lang="en-US" dirty="0" smtClean="0"/>
              <a:t>-D2; // apply negation </a:t>
            </a:r>
          </a:p>
          <a:p>
            <a:r>
              <a:rPr lang="en-US" dirty="0" smtClean="0"/>
              <a:t>D2.displayDistance(); // display D2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Increment (++) and Decrement (--) Operators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increment (++) and decrement (--) operators are two important unary operators available in C++.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1722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Time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hours; // 0 to 23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minutes; // 0 to 59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// required constructors </a:t>
            </a:r>
          </a:p>
          <a:p>
            <a:r>
              <a:rPr lang="en-US" dirty="0" smtClean="0"/>
              <a:t>Time(){ </a:t>
            </a:r>
          </a:p>
          <a:p>
            <a:r>
              <a:rPr lang="en-US" dirty="0" smtClean="0"/>
              <a:t>hours = 0; </a:t>
            </a:r>
          </a:p>
          <a:p>
            <a:r>
              <a:rPr lang="en-US" dirty="0" smtClean="0"/>
              <a:t>minutes =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Time(</a:t>
            </a:r>
            <a:r>
              <a:rPr lang="en-US" dirty="0" err="1" smtClean="0"/>
              <a:t>int</a:t>
            </a:r>
            <a:r>
              <a:rPr lang="en-US" dirty="0" smtClean="0"/>
              <a:t> h, </a:t>
            </a:r>
            <a:r>
              <a:rPr lang="en-US" dirty="0" err="1" smtClean="0"/>
              <a:t>int</a:t>
            </a:r>
            <a:r>
              <a:rPr lang="en-US" dirty="0" smtClean="0"/>
              <a:t> m){ </a:t>
            </a:r>
          </a:p>
          <a:p>
            <a:r>
              <a:rPr lang="en-US" dirty="0" smtClean="0"/>
              <a:t>hours = h; </a:t>
            </a:r>
          </a:p>
          <a:p>
            <a:r>
              <a:rPr lang="en-US" dirty="0" smtClean="0"/>
              <a:t>minutes = m;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method to display time </a:t>
            </a:r>
          </a:p>
          <a:p>
            <a:r>
              <a:rPr lang="en-US" dirty="0" smtClean="0"/>
              <a:t>void </a:t>
            </a:r>
            <a:r>
              <a:rPr lang="en-US" dirty="0" err="1" smtClean="0"/>
              <a:t>displayTime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"H: " &lt;&lt; hours &lt;&lt; " M:" &lt;&lt; minutes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// overloaded prefix ++ operator </a:t>
            </a:r>
          </a:p>
          <a:p>
            <a:r>
              <a:rPr lang="en-US" dirty="0" smtClean="0"/>
              <a:t>Time operator++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++minutes; // increment this object </a:t>
            </a:r>
          </a:p>
          <a:p>
            <a:r>
              <a:rPr lang="en-US" dirty="0" smtClean="0"/>
              <a:t>if(minutes &gt;= 60)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++hours; </a:t>
            </a:r>
          </a:p>
          <a:p>
            <a:r>
              <a:rPr lang="en-US" dirty="0" smtClean="0"/>
              <a:t>minutes -= 60;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Time(hours, minutes);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overloaded postfix ++ operator </a:t>
            </a:r>
          </a:p>
          <a:p>
            <a:r>
              <a:rPr lang="en-US" dirty="0" smtClean="0"/>
              <a:t>Time operator++( </a:t>
            </a:r>
            <a:r>
              <a:rPr lang="en-US" dirty="0" err="1" smtClean="0"/>
              <a:t>int</a:t>
            </a:r>
            <a:r>
              <a:rPr lang="en-US" dirty="0" smtClean="0"/>
              <a:t>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// save the </a:t>
            </a:r>
            <a:r>
              <a:rPr lang="en-US" dirty="0" err="1" smtClean="0"/>
              <a:t>orignal</a:t>
            </a:r>
            <a:r>
              <a:rPr lang="en-US" dirty="0" smtClean="0"/>
              <a:t> value </a:t>
            </a:r>
          </a:p>
          <a:p>
            <a:r>
              <a:rPr lang="en-US" dirty="0" smtClean="0"/>
              <a:t>Time T(hours, minutes); </a:t>
            </a:r>
          </a:p>
          <a:p>
            <a:r>
              <a:rPr lang="en-US" dirty="0" smtClean="0"/>
              <a:t>// increment this object </a:t>
            </a:r>
          </a:p>
          <a:p>
            <a:r>
              <a:rPr lang="en-US" dirty="0" smtClean="0"/>
              <a:t>++minutes; </a:t>
            </a:r>
          </a:p>
          <a:p>
            <a:r>
              <a:rPr lang="en-US" dirty="0" smtClean="0"/>
              <a:t>if(minutes &gt;= 60)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++hours; </a:t>
            </a:r>
          </a:p>
          <a:p>
            <a:r>
              <a:rPr lang="en-US" dirty="0" smtClean="0"/>
              <a:t>minutes -= 60;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return old original value </a:t>
            </a:r>
          </a:p>
          <a:p>
            <a:r>
              <a:rPr lang="en-US" dirty="0" smtClean="0"/>
              <a:t>return T;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int</a:t>
            </a:r>
            <a:r>
              <a:rPr lang="en-US" dirty="0" smtClean="0"/>
              <a:t> main()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Time T1(11, 59), T2(10,40); </a:t>
            </a:r>
          </a:p>
          <a:p>
            <a:r>
              <a:rPr lang="en-US" dirty="0" smtClean="0"/>
              <a:t>++T1; // increment T1 </a:t>
            </a:r>
          </a:p>
          <a:p>
            <a:r>
              <a:rPr lang="en-US" dirty="0" smtClean="0"/>
              <a:t>T1.displayTime(); // display T1 </a:t>
            </a:r>
          </a:p>
          <a:p>
            <a:r>
              <a:rPr lang="en-US" dirty="0" smtClean="0"/>
              <a:t>++T1; // increment T1 again </a:t>
            </a:r>
          </a:p>
          <a:p>
            <a:r>
              <a:rPr lang="en-US" dirty="0" smtClean="0"/>
              <a:t>T1.displayTime(); // display T1 </a:t>
            </a:r>
          </a:p>
          <a:p>
            <a:r>
              <a:rPr lang="en-US" dirty="0" smtClean="0"/>
              <a:t>T2++; // increment T2 </a:t>
            </a:r>
          </a:p>
          <a:p>
            <a:r>
              <a:rPr lang="en-US" dirty="0" smtClean="0"/>
              <a:t>T2.displayTime(); // display T2 </a:t>
            </a:r>
          </a:p>
          <a:p>
            <a:r>
              <a:rPr lang="en-US" dirty="0" smtClean="0"/>
              <a:t>T2++; // increment T2 again </a:t>
            </a:r>
          </a:p>
          <a:p>
            <a:r>
              <a:rPr lang="en-US" dirty="0" smtClean="0"/>
              <a:t>T2.displayTime(); // display T2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Binary Operators Overloading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unary operators take two arguments and following are the examples of Binary operators.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Very frequently like addition (+) operator, subtraction (-) operator and division (/) operator.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Box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double length; // Length of a box </a:t>
            </a:r>
          </a:p>
          <a:p>
            <a:r>
              <a:rPr lang="en-US" dirty="0" smtClean="0"/>
              <a:t>double breadth; // Breadth of a box </a:t>
            </a:r>
          </a:p>
          <a:p>
            <a:r>
              <a:rPr lang="en-US" dirty="0" smtClean="0"/>
              <a:t>double height; // Height of a box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double </a:t>
            </a:r>
            <a:r>
              <a:rPr lang="en-US" dirty="0" err="1" smtClean="0"/>
              <a:t>getVolume</a:t>
            </a:r>
            <a:r>
              <a:rPr lang="en-US" dirty="0" smtClean="0"/>
              <a:t>(void)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length * breadth * height;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void </a:t>
            </a:r>
            <a:r>
              <a:rPr lang="en-US" dirty="0" err="1" smtClean="0"/>
              <a:t>setLength</a:t>
            </a:r>
            <a:r>
              <a:rPr lang="en-US" dirty="0" smtClean="0"/>
              <a:t>( double </a:t>
            </a:r>
            <a:r>
              <a:rPr lang="en-US" dirty="0" err="1" smtClean="0"/>
              <a:t>len</a:t>
            </a:r>
            <a:r>
              <a:rPr lang="en-US" dirty="0" smtClean="0"/>
              <a:t>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length = </a:t>
            </a:r>
            <a:r>
              <a:rPr lang="en-US" dirty="0" err="1" smtClean="0"/>
              <a:t>len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void </a:t>
            </a:r>
            <a:r>
              <a:rPr lang="en-US" dirty="0" err="1" smtClean="0"/>
              <a:t>setBreadth</a:t>
            </a:r>
            <a:r>
              <a:rPr lang="en-US" dirty="0" smtClean="0"/>
              <a:t>( double </a:t>
            </a:r>
            <a:r>
              <a:rPr lang="en-US" dirty="0" err="1" smtClean="0"/>
              <a:t>bre</a:t>
            </a:r>
            <a:r>
              <a:rPr lang="en-US" dirty="0" smtClean="0"/>
              <a:t>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breadth = </a:t>
            </a:r>
            <a:r>
              <a:rPr lang="en-US" dirty="0" err="1" smtClean="0"/>
              <a:t>bre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void </a:t>
            </a:r>
            <a:r>
              <a:rPr lang="en-US" dirty="0" err="1" smtClean="0"/>
              <a:t>setHeight</a:t>
            </a:r>
            <a:r>
              <a:rPr lang="en-US" dirty="0" smtClean="0"/>
              <a:t>( double </a:t>
            </a:r>
            <a:r>
              <a:rPr lang="en-US" dirty="0" err="1" smtClean="0"/>
              <a:t>hei</a:t>
            </a:r>
            <a:r>
              <a:rPr lang="en-US" dirty="0" smtClean="0"/>
              <a:t>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height = </a:t>
            </a:r>
            <a:r>
              <a:rPr lang="en-US" dirty="0" err="1" smtClean="0"/>
              <a:t>hei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Overload + operator to add two Box objects. </a:t>
            </a:r>
          </a:p>
          <a:p>
            <a:r>
              <a:rPr lang="en-US" dirty="0" smtClean="0"/>
              <a:t>Box operator+(const Box&amp; b)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Box </a:t>
            </a:r>
            <a:r>
              <a:rPr lang="en-US" dirty="0" err="1" smtClean="0"/>
              <a:t>box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box.length</a:t>
            </a:r>
            <a:r>
              <a:rPr lang="en-US" dirty="0" smtClean="0"/>
              <a:t> = this-&gt;length + </a:t>
            </a:r>
            <a:r>
              <a:rPr lang="en-US" dirty="0" err="1" smtClean="0"/>
              <a:t>b.length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box.breadth</a:t>
            </a:r>
            <a:r>
              <a:rPr lang="en-US" dirty="0" smtClean="0"/>
              <a:t> = this-&gt;breadth + </a:t>
            </a:r>
            <a:r>
              <a:rPr lang="en-US" dirty="0" err="1" smtClean="0"/>
              <a:t>b.breadth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box.height</a:t>
            </a:r>
            <a:r>
              <a:rPr lang="en-US" dirty="0" smtClean="0"/>
              <a:t> = this-&gt;height + </a:t>
            </a:r>
            <a:r>
              <a:rPr lang="en-US" dirty="0" err="1" smtClean="0"/>
              <a:t>b.height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box;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smtClean="0"/>
              <a:t>// Main function for the program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Box Box1; // Declare Box1 of type Box </a:t>
            </a:r>
          </a:p>
          <a:p>
            <a:r>
              <a:rPr lang="en-US" dirty="0" smtClean="0"/>
              <a:t>Box Box2; // Declare Box2 of type Box </a:t>
            </a:r>
          </a:p>
          <a:p>
            <a:r>
              <a:rPr lang="en-US" dirty="0" smtClean="0"/>
              <a:t>Box Box3; // Declare Box3 of type Box </a:t>
            </a:r>
          </a:p>
          <a:p>
            <a:r>
              <a:rPr lang="en-US" dirty="0" smtClean="0"/>
              <a:t>double volume = 0.0; // Store the volume of a box here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// box 1 specification </a:t>
            </a:r>
          </a:p>
          <a:p>
            <a:r>
              <a:rPr lang="en-US" dirty="0" smtClean="0"/>
              <a:t>Box1.setLength(6.0); </a:t>
            </a:r>
          </a:p>
          <a:p>
            <a:r>
              <a:rPr lang="en-US" dirty="0" smtClean="0"/>
              <a:t>Box1.setBreadth(7.0); </a:t>
            </a:r>
          </a:p>
          <a:p>
            <a:r>
              <a:rPr lang="en-US" dirty="0" smtClean="0"/>
              <a:t>Box1.setHeight(5.0); </a:t>
            </a:r>
          </a:p>
          <a:p>
            <a:r>
              <a:rPr lang="en-US" dirty="0" smtClean="0"/>
              <a:t>// box 2 specification </a:t>
            </a:r>
          </a:p>
          <a:p>
            <a:r>
              <a:rPr lang="en-US" dirty="0" smtClean="0"/>
              <a:t>Box2.setLength(12.0); </a:t>
            </a:r>
          </a:p>
          <a:p>
            <a:r>
              <a:rPr lang="en-US" dirty="0" smtClean="0"/>
              <a:t>Box2.setBreadth(13.0); </a:t>
            </a:r>
          </a:p>
          <a:p>
            <a:r>
              <a:rPr lang="en-US" dirty="0" smtClean="0"/>
              <a:t>Box2.setHeight(10.0); </a:t>
            </a:r>
          </a:p>
          <a:p>
            <a:r>
              <a:rPr lang="en-US" dirty="0" smtClean="0"/>
              <a:t>// volume of box 1 </a:t>
            </a:r>
          </a:p>
          <a:p>
            <a:r>
              <a:rPr lang="en-US" dirty="0" smtClean="0"/>
              <a:t>volume = Box1.getVolume();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"Volume of Box1 : " &lt;&lt; volume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// volume of box 2 </a:t>
            </a:r>
          </a:p>
          <a:p>
            <a:r>
              <a:rPr lang="en-US" dirty="0" smtClean="0"/>
              <a:t>volume = Box2.getVolume();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"Volume of Box2 : " &lt;&lt; volume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// Add two object as follows: </a:t>
            </a:r>
          </a:p>
          <a:p>
            <a:r>
              <a:rPr lang="en-US" dirty="0" smtClean="0"/>
              <a:t>Box3 = Box1 + Box2; </a:t>
            </a:r>
          </a:p>
          <a:p>
            <a:r>
              <a:rPr lang="en-US" dirty="0" smtClean="0"/>
              <a:t>// volume of box 3 </a:t>
            </a:r>
          </a:p>
          <a:p>
            <a:r>
              <a:rPr lang="en-US" dirty="0" smtClean="0"/>
              <a:t>volume = Box3.getVolume();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"Volume of Box3 : " &lt;&lt; volume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Relational Operators Overloading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3535363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There are various relational operators supported by C++ language like (&lt;, &gt;, &lt;=, &gt;=, ==, etc.) which can be used to compare C++ built-in data types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Distance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feet; // 0 to infinite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inches; // 0 to 12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required constructors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Distance(){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feet =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inches =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Distance(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feet = f;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inches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method to display distance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displayDistance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"F: " &lt;&lt; feet &lt;&lt; " I:" &lt;&lt; inches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// overloaded minus (-) operator </a:t>
            </a:r>
          </a:p>
          <a:p>
            <a:r>
              <a:rPr lang="en-US" dirty="0" smtClean="0"/>
              <a:t>Distance operator-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feet = -feet; </a:t>
            </a:r>
          </a:p>
          <a:p>
            <a:r>
              <a:rPr lang="en-US" dirty="0" smtClean="0"/>
              <a:t>inches = -inches; </a:t>
            </a:r>
          </a:p>
          <a:p>
            <a:r>
              <a:rPr lang="en-US" dirty="0" smtClean="0"/>
              <a:t>return Distance(feet, inches);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overloaded &lt; operator </a:t>
            </a:r>
          </a:p>
          <a:p>
            <a:r>
              <a:rPr lang="en-US" dirty="0" err="1" smtClean="0"/>
              <a:t>bool</a:t>
            </a:r>
            <a:r>
              <a:rPr lang="en-US" dirty="0" smtClean="0"/>
              <a:t> operator &lt;(const Distance&amp; d)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if(feet &lt; </a:t>
            </a:r>
            <a:r>
              <a:rPr lang="en-US" dirty="0" err="1" smtClean="0"/>
              <a:t>d.feet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true;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if(feet == </a:t>
            </a:r>
            <a:r>
              <a:rPr lang="en-US" dirty="0" err="1" smtClean="0"/>
              <a:t>d.feet</a:t>
            </a:r>
            <a:r>
              <a:rPr lang="en-US" dirty="0" smtClean="0"/>
              <a:t> &amp;&amp; inches &lt; </a:t>
            </a:r>
            <a:r>
              <a:rPr lang="en-US" dirty="0" err="1" smtClean="0"/>
              <a:t>d.inches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true;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// overloaded &lt; operator </a:t>
            </a:r>
          </a:p>
          <a:p>
            <a:r>
              <a:rPr lang="en-US" dirty="0" err="1" smtClean="0"/>
              <a:t>bool</a:t>
            </a:r>
            <a:r>
              <a:rPr lang="en-US" dirty="0" smtClean="0"/>
              <a:t> operator &lt;(const Distance&amp; d)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if(feet &lt; </a:t>
            </a:r>
            <a:r>
              <a:rPr lang="en-US" dirty="0" err="1" smtClean="0"/>
              <a:t>d.feet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true;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if(feet == </a:t>
            </a:r>
            <a:r>
              <a:rPr lang="en-US" dirty="0" err="1" smtClean="0"/>
              <a:t>d.feet</a:t>
            </a:r>
            <a:r>
              <a:rPr lang="en-US" dirty="0" smtClean="0"/>
              <a:t> &amp;&amp; inches &lt; </a:t>
            </a:r>
            <a:r>
              <a:rPr lang="en-US" dirty="0" err="1" smtClean="0"/>
              <a:t>d.inches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true;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false;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</a:t>
            </a:r>
          </a:p>
          <a:p>
            <a:r>
              <a:rPr lang="en-US" dirty="0" smtClean="0"/>
              <a:t>{ </a:t>
            </a:r>
          </a:p>
          <a:p>
            <a:r>
              <a:rPr lang="fr-FR" dirty="0" smtClean="0"/>
              <a:t>Distance D1(11, 10), D2(5, 11); </a:t>
            </a:r>
          </a:p>
          <a:p>
            <a:r>
              <a:rPr lang="en-US" dirty="0" smtClean="0"/>
              <a:t>if( D1 &lt; D2 )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"D1 is less than D2 "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else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"D2 is less than D1 "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668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Input / Output Operators Overloading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14600"/>
            <a:ext cx="8229600" cy="3962400"/>
          </a:xfrm>
        </p:spPr>
        <p:txBody>
          <a:bodyPr/>
          <a:lstStyle/>
          <a:p>
            <a:r>
              <a:rPr lang="en-US" dirty="0" smtClean="0"/>
              <a:t>The stream insertion and stream extraction operators also can be overloaded to perform input and output for user-defined types like an object.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Distance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feet; // 0 to infinite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inches; // 0 to 12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// required constructors </a:t>
            </a:r>
          </a:p>
          <a:p>
            <a:r>
              <a:rPr lang="en-US" dirty="0" smtClean="0"/>
              <a:t>Distance(){ </a:t>
            </a:r>
          </a:p>
          <a:p>
            <a:r>
              <a:rPr lang="en-US" dirty="0" smtClean="0"/>
              <a:t>feet = 0; </a:t>
            </a:r>
          </a:p>
          <a:p>
            <a:r>
              <a:rPr lang="en-US" dirty="0" smtClean="0"/>
              <a:t>inches =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Distance(</a:t>
            </a:r>
            <a:r>
              <a:rPr lang="en-US" dirty="0" err="1" smtClean="0"/>
              <a:t>int</a:t>
            </a:r>
            <a:r>
              <a:rPr lang="en-US" dirty="0" smtClean="0"/>
              <a:t> f,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){ </a:t>
            </a:r>
          </a:p>
          <a:p>
            <a:r>
              <a:rPr lang="en-US" dirty="0" smtClean="0"/>
              <a:t>feet = f; </a:t>
            </a:r>
          </a:p>
          <a:p>
            <a:r>
              <a:rPr lang="en-US" dirty="0" smtClean="0"/>
              <a:t>inches =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friend </a:t>
            </a:r>
            <a:r>
              <a:rPr lang="en-US" dirty="0" err="1" smtClean="0"/>
              <a:t>ostream</a:t>
            </a:r>
            <a:r>
              <a:rPr lang="en-US" dirty="0" smtClean="0"/>
              <a:t> &amp;operator&lt;&lt;( </a:t>
            </a:r>
            <a:r>
              <a:rPr lang="en-US" dirty="0" err="1" smtClean="0"/>
              <a:t>ostream</a:t>
            </a:r>
            <a:r>
              <a:rPr lang="en-US" dirty="0" smtClean="0"/>
              <a:t> &amp;output, </a:t>
            </a:r>
          </a:p>
          <a:p>
            <a:r>
              <a:rPr lang="en-US" dirty="0" smtClean="0"/>
              <a:t>const Distance &amp;D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output &lt;&lt; "F : " &lt;&lt; </a:t>
            </a:r>
            <a:r>
              <a:rPr lang="en-US" dirty="0" err="1" smtClean="0"/>
              <a:t>D.feet</a:t>
            </a:r>
            <a:r>
              <a:rPr lang="en-US" dirty="0" smtClean="0"/>
              <a:t> &lt;&lt; " I : " &lt;&lt; </a:t>
            </a:r>
            <a:r>
              <a:rPr lang="en-US" dirty="0" err="1" smtClean="0"/>
              <a:t>D.inches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output;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friend </a:t>
            </a:r>
            <a:r>
              <a:rPr lang="en-US" dirty="0" err="1" smtClean="0"/>
              <a:t>istream</a:t>
            </a:r>
            <a:r>
              <a:rPr lang="en-US" dirty="0" smtClean="0"/>
              <a:t> &amp;operator&gt;&gt;( </a:t>
            </a:r>
            <a:r>
              <a:rPr lang="en-US" dirty="0" err="1" smtClean="0"/>
              <a:t>istream</a:t>
            </a:r>
            <a:r>
              <a:rPr lang="en-US" dirty="0" smtClean="0"/>
              <a:t> &amp;input, Distance &amp;D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input &gt;&gt; </a:t>
            </a:r>
            <a:r>
              <a:rPr lang="en-US" dirty="0" err="1" smtClean="0"/>
              <a:t>D.feet</a:t>
            </a:r>
            <a:r>
              <a:rPr lang="en-US" dirty="0" smtClean="0"/>
              <a:t> &gt;&gt; </a:t>
            </a:r>
            <a:r>
              <a:rPr lang="en-US" dirty="0" err="1" smtClean="0"/>
              <a:t>D.inches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input;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</a:t>
            </a:r>
          </a:p>
          <a:p>
            <a:r>
              <a:rPr lang="en-US" dirty="0" smtClean="0"/>
              <a:t>{ </a:t>
            </a:r>
          </a:p>
          <a:p>
            <a:r>
              <a:rPr lang="fr-FR" dirty="0" smtClean="0"/>
              <a:t>Distance D1(11, 10), D2(5, 11), D3;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"Enter the value of object : "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cin</a:t>
            </a:r>
            <a:r>
              <a:rPr lang="en-US" dirty="0" smtClean="0"/>
              <a:t> &gt;&gt; D3;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"First Distance : " &lt;&lt; D1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fr-FR" dirty="0" smtClean="0"/>
              <a:t>cout &lt;&lt; "Second Distance :" &lt;&lt; D2 &lt;&lt; </a:t>
            </a:r>
            <a:r>
              <a:rPr lang="fr-FR" dirty="0" err="1" smtClean="0"/>
              <a:t>endl</a:t>
            </a:r>
            <a:r>
              <a:rPr lang="fr-FR" dirty="0" smtClean="0"/>
              <a:t>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"Third Distance :" &lt;&lt; D3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++ and  -- Operators Overloading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en-US" dirty="0" smtClean="0"/>
              <a:t>The increment (++) and decrement (--) operators are two important unary operators available in C++.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Time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hours; // 0 to 23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minutes; // 0 to 59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// required constructors </a:t>
            </a:r>
          </a:p>
          <a:p>
            <a:r>
              <a:rPr lang="en-US" dirty="0" smtClean="0"/>
              <a:t>Time(){ </a:t>
            </a:r>
          </a:p>
          <a:p>
            <a:r>
              <a:rPr lang="en-US" dirty="0" smtClean="0"/>
              <a:t>hours = 0; </a:t>
            </a:r>
          </a:p>
          <a:p>
            <a:r>
              <a:rPr lang="en-US" dirty="0" smtClean="0"/>
              <a:t>minutes =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Time(</a:t>
            </a:r>
            <a:r>
              <a:rPr lang="en-US" dirty="0" err="1" smtClean="0"/>
              <a:t>int</a:t>
            </a:r>
            <a:r>
              <a:rPr lang="en-US" dirty="0" smtClean="0"/>
              <a:t> h, </a:t>
            </a:r>
            <a:r>
              <a:rPr lang="en-US" dirty="0" err="1" smtClean="0"/>
              <a:t>int</a:t>
            </a:r>
            <a:r>
              <a:rPr lang="en-US" dirty="0" smtClean="0"/>
              <a:t> m){ </a:t>
            </a:r>
          </a:p>
          <a:p>
            <a:r>
              <a:rPr lang="en-US" dirty="0" smtClean="0"/>
              <a:t>hours = h; </a:t>
            </a:r>
          </a:p>
          <a:p>
            <a:r>
              <a:rPr lang="en-US" dirty="0" smtClean="0"/>
              <a:t>minutes = m;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method to display time </a:t>
            </a:r>
          </a:p>
          <a:p>
            <a:r>
              <a:rPr lang="en-US" dirty="0" smtClean="0"/>
              <a:t>void </a:t>
            </a:r>
            <a:r>
              <a:rPr lang="en-US" dirty="0" err="1" smtClean="0"/>
              <a:t>displayTime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"H: " &lt;&lt; hours &lt;&lt; " M:" &lt;&lt; minutes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// overloaded prefix ++ operator </a:t>
            </a:r>
          </a:p>
          <a:p>
            <a:r>
              <a:rPr lang="en-US" dirty="0" smtClean="0"/>
              <a:t>Time operator++ 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++minutes; // increment this object </a:t>
            </a:r>
          </a:p>
          <a:p>
            <a:r>
              <a:rPr lang="en-US" dirty="0" smtClean="0"/>
              <a:t>if(minutes &gt;= 60)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++hours; </a:t>
            </a:r>
          </a:p>
          <a:p>
            <a:r>
              <a:rPr lang="en-US" dirty="0" smtClean="0"/>
              <a:t>minutes -= 60;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Time(hours, minutes);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overloaded postfix ++ operator </a:t>
            </a:r>
          </a:p>
          <a:p>
            <a:r>
              <a:rPr lang="en-US" dirty="0" smtClean="0"/>
              <a:t>Time operator++( </a:t>
            </a:r>
            <a:r>
              <a:rPr lang="en-US" dirty="0" err="1" smtClean="0"/>
              <a:t>int</a:t>
            </a:r>
            <a:r>
              <a:rPr lang="en-US" dirty="0" smtClean="0"/>
              <a:t>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// save the </a:t>
            </a:r>
            <a:r>
              <a:rPr lang="en-US" dirty="0" err="1" smtClean="0"/>
              <a:t>orignal</a:t>
            </a:r>
            <a:r>
              <a:rPr lang="en-US" dirty="0" smtClean="0"/>
              <a:t> value </a:t>
            </a:r>
          </a:p>
          <a:p>
            <a:r>
              <a:rPr lang="en-US" dirty="0" smtClean="0"/>
              <a:t>Time T(hours, minutes); </a:t>
            </a:r>
          </a:p>
          <a:p>
            <a:r>
              <a:rPr lang="en-US" dirty="0" smtClean="0"/>
              <a:t>// increment this object </a:t>
            </a:r>
          </a:p>
          <a:p>
            <a:r>
              <a:rPr lang="en-US" dirty="0" smtClean="0"/>
              <a:t>++minutes; </a:t>
            </a:r>
          </a:p>
          <a:p>
            <a:r>
              <a:rPr lang="en-US" dirty="0" smtClean="0"/>
              <a:t>if(minutes &gt;= 60)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++hours;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minutes -= 60;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return old original value </a:t>
            </a:r>
          </a:p>
          <a:p>
            <a:r>
              <a:rPr lang="en-US" dirty="0" smtClean="0"/>
              <a:t>return T;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Time T1(11, 59), T2(10,40); </a:t>
            </a:r>
          </a:p>
          <a:p>
            <a:r>
              <a:rPr lang="en-US" dirty="0" smtClean="0"/>
              <a:t>++T1; // increment T1 </a:t>
            </a:r>
          </a:p>
          <a:p>
            <a:r>
              <a:rPr lang="en-US" dirty="0" smtClean="0"/>
              <a:t>T1.displayTime(); // display T1 </a:t>
            </a:r>
          </a:p>
          <a:p>
            <a:r>
              <a:rPr lang="en-US" dirty="0" smtClean="0"/>
              <a:t>++T1; // increment T1 again </a:t>
            </a:r>
          </a:p>
          <a:p>
            <a:r>
              <a:rPr lang="en-US" dirty="0" smtClean="0"/>
              <a:t>T1.displayTime(); // display T1 </a:t>
            </a:r>
          </a:p>
          <a:p>
            <a:r>
              <a:rPr lang="en-US" dirty="0" smtClean="0"/>
              <a:t>T2++; // increment T2 </a:t>
            </a:r>
          </a:p>
          <a:p>
            <a:r>
              <a:rPr lang="en-US" dirty="0" smtClean="0"/>
              <a:t>T2.displayTime(); // display T2 </a:t>
            </a:r>
          </a:p>
          <a:p>
            <a:r>
              <a:rPr lang="en-US" dirty="0" smtClean="0"/>
              <a:t>T2++; // increment T2 again </a:t>
            </a:r>
          </a:p>
          <a:p>
            <a:r>
              <a:rPr lang="en-US" dirty="0" smtClean="0"/>
              <a:t>T2.displayTime(); // display T2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Assignment Operators Overloading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r>
              <a:rPr lang="en-US" dirty="0" smtClean="0"/>
              <a:t>We can overload the assignment operator (=) just as we can other operators and it can be used to create an object just like the copy constructor.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Distance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feet; // 0 to infinite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inches; // 0 to 12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// required constructors </a:t>
            </a:r>
          </a:p>
          <a:p>
            <a:r>
              <a:rPr lang="en-US" dirty="0" smtClean="0"/>
              <a:t>Distance(){ </a:t>
            </a:r>
          </a:p>
          <a:p>
            <a:r>
              <a:rPr lang="en-US" dirty="0" smtClean="0"/>
              <a:t>feet = 0; </a:t>
            </a:r>
          </a:p>
          <a:p>
            <a:r>
              <a:rPr lang="en-US" dirty="0" smtClean="0"/>
              <a:t>inches =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Distance(</a:t>
            </a:r>
            <a:r>
              <a:rPr lang="en-US" dirty="0" err="1" smtClean="0"/>
              <a:t>int</a:t>
            </a:r>
            <a:r>
              <a:rPr lang="en-US" dirty="0" smtClean="0"/>
              <a:t> f,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){ </a:t>
            </a:r>
          </a:p>
          <a:p>
            <a:r>
              <a:rPr lang="en-US" dirty="0" smtClean="0"/>
              <a:t>feet = f; </a:t>
            </a:r>
          </a:p>
          <a:p>
            <a:r>
              <a:rPr lang="en-US" dirty="0" smtClean="0"/>
              <a:t>inches =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void operator=(const Distance &amp;D 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feet = </a:t>
            </a:r>
            <a:r>
              <a:rPr lang="en-US" dirty="0" err="1" smtClean="0"/>
              <a:t>D.feet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inches = </a:t>
            </a:r>
            <a:r>
              <a:rPr lang="en-US" dirty="0" err="1" smtClean="0"/>
              <a:t>D.inches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method to display distance </a:t>
            </a:r>
          </a:p>
          <a:p>
            <a:r>
              <a:rPr lang="en-US" dirty="0" smtClean="0"/>
              <a:t>void </a:t>
            </a:r>
            <a:r>
              <a:rPr lang="en-US" dirty="0" err="1" smtClean="0"/>
              <a:t>displayDistance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"F: " &lt;&lt; feet &lt;&lt; " I:" &lt;&lt; inches &lt;&lt; 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</a:t>
            </a:r>
          </a:p>
          <a:p>
            <a:r>
              <a:rPr lang="en-US" dirty="0" smtClean="0"/>
              <a:t>{ </a:t>
            </a:r>
          </a:p>
          <a:p>
            <a:r>
              <a:rPr lang="fr-FR" dirty="0" smtClean="0"/>
              <a:t>Distance D1(11, 10), D2(5, 11);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"First Distance : "; </a:t>
            </a:r>
          </a:p>
          <a:p>
            <a:r>
              <a:rPr lang="en-US" dirty="0" smtClean="0"/>
              <a:t>D1.displayDistance();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"Second Distance :"; </a:t>
            </a:r>
          </a:p>
          <a:p>
            <a:r>
              <a:rPr lang="en-US" dirty="0" smtClean="0"/>
              <a:t>D2.displayDistance(); </a:t>
            </a:r>
          </a:p>
          <a:p>
            <a:r>
              <a:rPr lang="en-US" dirty="0" smtClean="0"/>
              <a:t>// use assignment operator </a:t>
            </a:r>
          </a:p>
          <a:p>
            <a:r>
              <a:rPr lang="en-US" dirty="0" smtClean="0"/>
              <a:t>D1 = D2;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"First Distance :"; </a:t>
            </a:r>
          </a:p>
          <a:p>
            <a:r>
              <a:rPr lang="en-US" dirty="0" smtClean="0"/>
              <a:t>D1.displayDistance();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 Call () Operator Overloading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function call operator () can be overloaded for objects of class type.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we overload ( ), we are not creating a new way to call a function.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class Distance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feet; // 0 to infinite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inches; // 0 to 12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// required constructors </a:t>
            </a:r>
          </a:p>
          <a:p>
            <a:r>
              <a:rPr lang="en-US" dirty="0" smtClean="0"/>
              <a:t>Distance(){ </a:t>
            </a:r>
          </a:p>
          <a:p>
            <a:r>
              <a:rPr lang="en-US" dirty="0" smtClean="0"/>
              <a:t>feet = 0; </a:t>
            </a:r>
          </a:p>
          <a:p>
            <a:r>
              <a:rPr lang="en-US" dirty="0" smtClean="0"/>
              <a:t>inches =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Distance(</a:t>
            </a:r>
            <a:r>
              <a:rPr lang="en-US" dirty="0" err="1" smtClean="0"/>
              <a:t>int</a:t>
            </a:r>
            <a:r>
              <a:rPr lang="en-US" dirty="0" smtClean="0"/>
              <a:t> f,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){ </a:t>
            </a:r>
          </a:p>
          <a:p>
            <a:r>
              <a:rPr lang="en-US" dirty="0" smtClean="0"/>
              <a:t>feet = f; </a:t>
            </a:r>
          </a:p>
          <a:p>
            <a:r>
              <a:rPr lang="en-US" dirty="0" smtClean="0"/>
              <a:t>inches =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overload function call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Distance operator()(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Distance 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just put random calculation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D.feet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a + c + 10;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D.inches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b + c + 100 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method to display distance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displayDistance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"F: " &lt;&lt; feet &lt;&lt; " I:" &lt;&lt; inches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Distance D1(11, 10), D2;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"First Distance : ";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D1.displayDistance();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D2 = D1(10, 10, 10); // invoke operator()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"Second Distance :";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D2.displayDistance();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Images\Hard Drive an server\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457200"/>
            <a:ext cx="6781800" cy="5562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Subscripting [] Operator Overloading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subscript operator [] is normally used to access array elements.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operator can be overloaded to enhance the existing functionality of C++ arrays.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const </a:t>
            </a:r>
            <a:r>
              <a:rPr lang="en-US" dirty="0" err="1" smtClean="0"/>
              <a:t>int</a:t>
            </a:r>
            <a:r>
              <a:rPr lang="en-US" dirty="0" smtClean="0"/>
              <a:t> SIZE = 10; </a:t>
            </a:r>
          </a:p>
          <a:p>
            <a:r>
              <a:rPr lang="en-US" dirty="0" smtClean="0"/>
              <a:t>class </a:t>
            </a:r>
            <a:r>
              <a:rPr lang="en-US" dirty="0" err="1" smtClean="0"/>
              <a:t>safearay</a:t>
            </a:r>
            <a:r>
              <a:rPr lang="en-US" dirty="0" smtClean="0"/>
              <a:t>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private: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arr</a:t>
            </a:r>
            <a:r>
              <a:rPr lang="en-US" dirty="0" smtClean="0"/>
              <a:t>[SIZE];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err="1" smtClean="0"/>
              <a:t>safearay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register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nn-NO" dirty="0" smtClean="0"/>
              <a:t>for(i = 0; i &lt; SIZE; i++)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 = </a:t>
            </a:r>
            <a:r>
              <a:rPr lang="en-US" dirty="0" err="1" smtClean="0"/>
              <a:t>i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&amp;operator[](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if( </a:t>
            </a:r>
            <a:r>
              <a:rPr lang="en-US" dirty="0" err="1" smtClean="0"/>
              <a:t>i</a:t>
            </a:r>
            <a:r>
              <a:rPr lang="en-US" dirty="0" smtClean="0"/>
              <a:t> &gt; SIZE 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86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"Index out of bounds"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// return first element. </a:t>
            </a:r>
          </a:p>
          <a:p>
            <a:r>
              <a:rPr lang="en-US" dirty="0" smtClean="0"/>
              <a:t>return </a:t>
            </a:r>
            <a:r>
              <a:rPr lang="en-US" dirty="0" err="1" smtClean="0"/>
              <a:t>arr</a:t>
            </a:r>
            <a:r>
              <a:rPr lang="en-US" dirty="0" smtClean="0"/>
              <a:t>[0];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</a:t>
            </a:r>
            <a:r>
              <a:rPr lang="en-US" dirty="0" err="1" smtClean="0"/>
              <a:t>arr</a:t>
            </a:r>
            <a:r>
              <a:rPr lang="en-US" dirty="0" smtClean="0"/>
              <a:t>[</a:t>
            </a:r>
            <a:r>
              <a:rPr lang="en-US" dirty="0" err="1" smtClean="0"/>
              <a:t>i</a:t>
            </a:r>
            <a:r>
              <a:rPr lang="en-US" dirty="0" smtClean="0"/>
              <a:t>];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safearay</a:t>
            </a:r>
            <a:r>
              <a:rPr lang="en-US" dirty="0" smtClean="0"/>
              <a:t> A;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"Value of A[2] : " &lt;&lt; A[2] 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"Value of A[5] : " &lt;&lt; A[5]&lt;&lt;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"Value of A[12] : " &lt;&lt; A[12]&lt;&lt;</a:t>
            </a:r>
            <a:r>
              <a:rPr lang="en-US" dirty="0" err="1" smtClean="0"/>
              <a:t>endl</a:t>
            </a:r>
            <a:r>
              <a:rPr lang="en-US" dirty="0" smtClean="0"/>
              <a:t>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Member Access Operator -&gt; Overloading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class member access operator (-&gt;) can be overloaded but it is bit trickier.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operator -&gt; must be a member function.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operator-&gt; is used often in conjunction with the pointer-dereference operator * to implement "smart pointers."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//...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 * operator-&gt;();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#include &lt;vector&gt; </a:t>
            </a:r>
          </a:p>
          <a:p>
            <a:r>
              <a:rPr lang="en-US" dirty="0" smtClean="0"/>
              <a:t>using namespace std; </a:t>
            </a:r>
          </a:p>
          <a:p>
            <a:r>
              <a:rPr lang="en-US" dirty="0" smtClean="0"/>
              <a:t>// Consider an actual class. </a:t>
            </a:r>
          </a:p>
          <a:p>
            <a:r>
              <a:rPr lang="en-US" dirty="0" smtClean="0"/>
              <a:t>class </a:t>
            </a:r>
            <a:r>
              <a:rPr lang="en-US" dirty="0" err="1" smtClean="0"/>
              <a:t>Obj</a:t>
            </a:r>
            <a:r>
              <a:rPr lang="en-US" dirty="0" smtClean="0"/>
              <a:t> { </a:t>
            </a:r>
          </a:p>
          <a:p>
            <a:r>
              <a:rPr lang="en-US" dirty="0" smtClean="0"/>
              <a:t>static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j;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void f() const { </a:t>
            </a:r>
            <a:r>
              <a:rPr lang="en-US" dirty="0" err="1" smtClean="0"/>
              <a:t>cout</a:t>
            </a:r>
            <a:r>
              <a:rPr lang="en-US" dirty="0" smtClean="0"/>
              <a:t> &lt;&lt; </a:t>
            </a:r>
            <a:r>
              <a:rPr lang="en-US" dirty="0" err="1" smtClean="0"/>
              <a:t>i</a:t>
            </a:r>
            <a:r>
              <a:rPr lang="en-US" dirty="0" smtClean="0"/>
              <a:t>++ &lt;&lt; </a:t>
            </a:r>
            <a:r>
              <a:rPr lang="en-US" dirty="0" err="1" smtClean="0"/>
              <a:t>endl</a:t>
            </a:r>
            <a:r>
              <a:rPr lang="en-US" dirty="0" smtClean="0"/>
              <a:t>; } </a:t>
            </a:r>
          </a:p>
          <a:p>
            <a:r>
              <a:rPr lang="en-US" dirty="0" smtClean="0"/>
              <a:t>void g() const { </a:t>
            </a:r>
            <a:r>
              <a:rPr lang="en-US" dirty="0" err="1" smtClean="0"/>
              <a:t>cout</a:t>
            </a:r>
            <a:r>
              <a:rPr lang="en-US" dirty="0" smtClean="0"/>
              <a:t> &lt;&lt; j++ &lt;&lt; </a:t>
            </a:r>
            <a:r>
              <a:rPr lang="en-US" dirty="0" err="1" smtClean="0"/>
              <a:t>endl</a:t>
            </a:r>
            <a:r>
              <a:rPr lang="en-US" dirty="0" smtClean="0"/>
              <a:t>; 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smtClean="0"/>
              <a:t>// Static member definitions: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Obj</a:t>
            </a:r>
            <a:r>
              <a:rPr lang="en-US" dirty="0" smtClean="0"/>
              <a:t>::</a:t>
            </a:r>
            <a:r>
              <a:rPr lang="en-US" dirty="0" err="1" smtClean="0"/>
              <a:t>i</a:t>
            </a:r>
            <a:r>
              <a:rPr lang="en-US" dirty="0" smtClean="0"/>
              <a:t> = 10;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Obj</a:t>
            </a:r>
            <a:r>
              <a:rPr lang="en-US" dirty="0" smtClean="0"/>
              <a:t>::j = 12; </a:t>
            </a:r>
          </a:p>
          <a:p>
            <a:r>
              <a:rPr lang="en-US" dirty="0" smtClean="0"/>
              <a:t>// Implement a container for the above class </a:t>
            </a:r>
          </a:p>
          <a:p>
            <a:r>
              <a:rPr lang="en-US" dirty="0" smtClean="0"/>
              <a:t>class </a:t>
            </a:r>
            <a:r>
              <a:rPr lang="en-US" dirty="0" err="1" smtClean="0"/>
              <a:t>ObjContainer</a:t>
            </a:r>
            <a:r>
              <a:rPr lang="en-US" dirty="0" smtClean="0"/>
              <a:t> { </a:t>
            </a:r>
          </a:p>
          <a:p>
            <a:r>
              <a:rPr lang="en-US" dirty="0" smtClean="0"/>
              <a:t>vector&lt;</a:t>
            </a:r>
            <a:r>
              <a:rPr lang="en-US" dirty="0" err="1" smtClean="0"/>
              <a:t>Obj</a:t>
            </a:r>
            <a:r>
              <a:rPr lang="en-US" dirty="0" smtClean="0"/>
              <a:t>*&gt; a;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smtClean="0"/>
              <a:t>void add(</a:t>
            </a:r>
            <a:r>
              <a:rPr lang="en-US" dirty="0" err="1" smtClean="0"/>
              <a:t>Obj</a:t>
            </a:r>
            <a:r>
              <a:rPr lang="en-US" dirty="0" smtClean="0"/>
              <a:t>* </a:t>
            </a:r>
            <a:r>
              <a:rPr lang="en-US" dirty="0" err="1" smtClean="0"/>
              <a:t>obj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a.push_back</a:t>
            </a:r>
            <a:r>
              <a:rPr lang="en-US" dirty="0" smtClean="0"/>
              <a:t>(</a:t>
            </a:r>
            <a:r>
              <a:rPr lang="en-US" dirty="0" err="1" smtClean="0"/>
              <a:t>obj</a:t>
            </a:r>
            <a:r>
              <a:rPr lang="en-US" dirty="0" smtClean="0"/>
              <a:t>); // call vector's standard method.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friend class </a:t>
            </a:r>
            <a:r>
              <a:rPr lang="en-US" dirty="0" err="1" smtClean="0"/>
              <a:t>SmartPointer</a:t>
            </a:r>
            <a:r>
              <a:rPr lang="en-US" dirty="0" smtClean="0"/>
              <a:t>; </a:t>
            </a:r>
          </a:p>
          <a:p>
            <a:r>
              <a:rPr lang="en-US" dirty="0" smtClean="0"/>
              <a:t>};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// implement smart pointer to access member of </a:t>
            </a:r>
            <a:r>
              <a:rPr lang="en-US" dirty="0" err="1" smtClean="0"/>
              <a:t>Obj</a:t>
            </a:r>
            <a:r>
              <a:rPr lang="en-US" dirty="0" smtClean="0"/>
              <a:t> class. </a:t>
            </a:r>
          </a:p>
          <a:p>
            <a:r>
              <a:rPr lang="en-US" dirty="0" smtClean="0"/>
              <a:t>class </a:t>
            </a:r>
            <a:r>
              <a:rPr lang="en-US" dirty="0" err="1" smtClean="0"/>
              <a:t>SmartPointer</a:t>
            </a:r>
            <a:r>
              <a:rPr lang="en-US" dirty="0" smtClean="0"/>
              <a:t> { </a:t>
            </a:r>
          </a:p>
          <a:p>
            <a:r>
              <a:rPr lang="en-US" dirty="0" err="1" smtClean="0"/>
              <a:t>ObjContainer</a:t>
            </a:r>
            <a:r>
              <a:rPr lang="en-US" dirty="0" smtClean="0"/>
              <a:t> </a:t>
            </a:r>
            <a:r>
              <a:rPr lang="en-US" dirty="0" err="1" smtClean="0"/>
              <a:t>oc</a:t>
            </a:r>
            <a:r>
              <a:rPr lang="en-US" dirty="0" smtClean="0"/>
              <a:t>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index;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err="1" smtClean="0"/>
              <a:t>SmartPointer</a:t>
            </a:r>
            <a:r>
              <a:rPr lang="en-US" dirty="0" smtClean="0"/>
              <a:t>(</a:t>
            </a:r>
            <a:r>
              <a:rPr lang="en-US" dirty="0" err="1" smtClean="0"/>
              <a:t>ObjContainer</a:t>
            </a:r>
            <a:r>
              <a:rPr lang="en-US" dirty="0" smtClean="0"/>
              <a:t>&amp; </a:t>
            </a:r>
            <a:r>
              <a:rPr lang="en-US" dirty="0" err="1" smtClean="0"/>
              <a:t>objc</a:t>
            </a:r>
            <a:r>
              <a:rPr lang="en-US" dirty="0" smtClean="0"/>
              <a:t>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oc</a:t>
            </a:r>
            <a:r>
              <a:rPr lang="en-US" dirty="0" smtClean="0"/>
              <a:t> = </a:t>
            </a:r>
            <a:r>
              <a:rPr lang="en-US" dirty="0" err="1" smtClean="0"/>
              <a:t>objc</a:t>
            </a:r>
            <a:r>
              <a:rPr lang="en-US" dirty="0" smtClean="0"/>
              <a:t>; </a:t>
            </a:r>
          </a:p>
          <a:p>
            <a:r>
              <a:rPr lang="en-US" dirty="0" smtClean="0"/>
              <a:t>index = 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// Return value indicates end of list: </a:t>
            </a:r>
          </a:p>
          <a:p>
            <a:r>
              <a:rPr lang="en-US" dirty="0" err="1" smtClean="0"/>
              <a:t>bool</a:t>
            </a:r>
            <a:r>
              <a:rPr lang="en-US" dirty="0" smtClean="0"/>
              <a:t> operator++() // Prefix version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if(index &gt;= </a:t>
            </a:r>
            <a:r>
              <a:rPr lang="en-US" dirty="0" err="1" smtClean="0"/>
              <a:t>oc.a.size</a:t>
            </a:r>
            <a:r>
              <a:rPr lang="en-US" dirty="0" smtClean="0"/>
              <a:t>()) return false; </a:t>
            </a:r>
          </a:p>
          <a:p>
            <a:r>
              <a:rPr lang="en-US" dirty="0" smtClean="0"/>
              <a:t>if(</a:t>
            </a:r>
            <a:r>
              <a:rPr lang="en-US" dirty="0" err="1" smtClean="0"/>
              <a:t>oc.a</a:t>
            </a:r>
            <a:r>
              <a:rPr lang="en-US" dirty="0" smtClean="0"/>
              <a:t>[++index] == 0) return false; </a:t>
            </a:r>
          </a:p>
          <a:p>
            <a:r>
              <a:rPr lang="en-US" dirty="0" smtClean="0"/>
              <a:t>return true;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err="1" smtClean="0"/>
              <a:t>bool</a:t>
            </a:r>
            <a:r>
              <a:rPr lang="en-US" dirty="0" smtClean="0"/>
              <a:t> operator++(</a:t>
            </a:r>
            <a:r>
              <a:rPr lang="en-US" dirty="0" err="1" smtClean="0"/>
              <a:t>int</a:t>
            </a:r>
            <a:r>
              <a:rPr lang="en-US" dirty="0" smtClean="0"/>
              <a:t>) // Postfix version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operator++();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// overload operator-&gt; </a:t>
            </a:r>
          </a:p>
          <a:p>
            <a:r>
              <a:rPr lang="en-US" dirty="0" err="1" smtClean="0"/>
              <a:t>Obj</a:t>
            </a:r>
            <a:r>
              <a:rPr lang="en-US" dirty="0" smtClean="0"/>
              <a:t>* operator-&gt;() const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if(!</a:t>
            </a:r>
            <a:r>
              <a:rPr lang="en-US" dirty="0" err="1" smtClean="0"/>
              <a:t>oc.a</a:t>
            </a:r>
            <a:r>
              <a:rPr lang="en-US" dirty="0" smtClean="0"/>
              <a:t>[index])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cout</a:t>
            </a:r>
            <a:r>
              <a:rPr lang="en-US" dirty="0" smtClean="0"/>
              <a:t> &lt;&lt; "Zero value"; </a:t>
            </a:r>
          </a:p>
          <a:p>
            <a:r>
              <a:rPr lang="en-US" dirty="0" smtClean="0"/>
              <a:t>return (</a:t>
            </a:r>
            <a:r>
              <a:rPr lang="en-US" dirty="0" err="1" smtClean="0"/>
              <a:t>Obj</a:t>
            </a:r>
            <a:r>
              <a:rPr lang="en-US" dirty="0" smtClean="0"/>
              <a:t>*)0;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return </a:t>
            </a:r>
            <a:r>
              <a:rPr lang="en-US" dirty="0" err="1" smtClean="0"/>
              <a:t>oc.a</a:t>
            </a:r>
            <a:r>
              <a:rPr lang="en-US" dirty="0" smtClean="0"/>
              <a:t>[index];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main() { </a:t>
            </a:r>
          </a:p>
          <a:p>
            <a:r>
              <a:rPr lang="en-US" dirty="0" smtClean="0"/>
              <a:t>const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sz</a:t>
            </a:r>
            <a:r>
              <a:rPr lang="en-US" dirty="0" smtClean="0"/>
              <a:t> = 10; </a:t>
            </a:r>
          </a:p>
          <a:p>
            <a:r>
              <a:rPr lang="en-US" dirty="0" err="1" smtClean="0"/>
              <a:t>Obj</a:t>
            </a:r>
            <a:r>
              <a:rPr lang="en-US" dirty="0" smtClean="0"/>
              <a:t> o[</a:t>
            </a:r>
            <a:r>
              <a:rPr lang="en-US" dirty="0" err="1" smtClean="0"/>
              <a:t>sz</a:t>
            </a:r>
            <a:r>
              <a:rPr lang="en-US" dirty="0" smtClean="0"/>
              <a:t>]; </a:t>
            </a:r>
          </a:p>
          <a:p>
            <a:r>
              <a:rPr lang="en-US" dirty="0" err="1" smtClean="0"/>
              <a:t>ObjContainer</a:t>
            </a:r>
            <a:r>
              <a:rPr lang="en-US" dirty="0" smtClean="0"/>
              <a:t> </a:t>
            </a:r>
            <a:r>
              <a:rPr lang="en-US" dirty="0" err="1" smtClean="0"/>
              <a:t>oc</a:t>
            </a:r>
            <a:r>
              <a:rPr lang="en-US" dirty="0" smtClean="0"/>
              <a:t>; </a:t>
            </a:r>
          </a:p>
          <a:p>
            <a:r>
              <a:rPr lang="nn-NO" dirty="0" smtClean="0"/>
              <a:t>for(int i = 0; i &lt; sz; i++)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oc.add</a:t>
            </a:r>
            <a:r>
              <a:rPr lang="en-US" dirty="0" smtClean="0"/>
              <a:t>(&amp;o[</a:t>
            </a:r>
            <a:r>
              <a:rPr lang="en-US" dirty="0" err="1" smtClean="0"/>
              <a:t>i</a:t>
            </a:r>
            <a:r>
              <a:rPr lang="en-US" dirty="0" smtClean="0"/>
              <a:t>]);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err="1" smtClean="0"/>
              <a:t>SmartPointer</a:t>
            </a:r>
            <a:r>
              <a:rPr lang="en-US" dirty="0" smtClean="0"/>
              <a:t> sp(</a:t>
            </a:r>
            <a:r>
              <a:rPr lang="en-US" dirty="0" err="1" smtClean="0"/>
              <a:t>oc</a:t>
            </a:r>
            <a:r>
              <a:rPr lang="en-US" dirty="0" smtClean="0"/>
              <a:t>); // Create an </a:t>
            </a:r>
            <a:r>
              <a:rPr lang="en-US" dirty="0" err="1" smtClean="0"/>
              <a:t>iterator</a:t>
            </a:r>
            <a:r>
              <a:rPr lang="en-US" dirty="0" smtClean="0"/>
              <a:t> </a:t>
            </a:r>
          </a:p>
          <a:p>
            <a:r>
              <a:rPr lang="en-US" dirty="0" smtClean="0"/>
              <a:t>do { </a:t>
            </a:r>
          </a:p>
          <a:p>
            <a:r>
              <a:rPr lang="en-US" dirty="0" smtClean="0"/>
              <a:t>sp-&gt;f(); // smart pointer call </a:t>
            </a:r>
          </a:p>
          <a:p>
            <a:r>
              <a:rPr lang="en-US" dirty="0" smtClean="0"/>
              <a:t>sp-&gt;g(); </a:t>
            </a:r>
          </a:p>
          <a:p>
            <a:r>
              <a:rPr lang="en-US" dirty="0" smtClean="0"/>
              <a:t>} while(sp++); </a:t>
            </a:r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408</TotalTime>
  <Words>2980</Words>
  <Application>Microsoft Office PowerPoint</Application>
  <PresentationFormat>On-screen Show (4:3)</PresentationFormat>
  <Paragraphs>678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Flow</vt:lpstr>
      <vt:lpstr>OVERLOADING (OPERATOR &amp; FUNCTION) </vt:lpstr>
      <vt:lpstr>Function Overloading in C++</vt:lpstr>
      <vt:lpstr>Program</vt:lpstr>
      <vt:lpstr>Slide 4</vt:lpstr>
      <vt:lpstr>Operators Overloading in C++</vt:lpstr>
      <vt:lpstr>Program</vt:lpstr>
      <vt:lpstr>Slide 7</vt:lpstr>
      <vt:lpstr>Slide 8</vt:lpstr>
      <vt:lpstr>Operator Overloading Examples</vt:lpstr>
      <vt:lpstr>Unary Operators Overloading</vt:lpstr>
      <vt:lpstr>Program</vt:lpstr>
      <vt:lpstr>Slide 12</vt:lpstr>
      <vt:lpstr>Increment (++) and Decrement (--) Operators</vt:lpstr>
      <vt:lpstr>Program</vt:lpstr>
      <vt:lpstr>Slide 15</vt:lpstr>
      <vt:lpstr>Slide 16</vt:lpstr>
      <vt:lpstr>Binary Operators Overloading</vt:lpstr>
      <vt:lpstr>Program</vt:lpstr>
      <vt:lpstr>Slide 19</vt:lpstr>
      <vt:lpstr>Slide 20</vt:lpstr>
      <vt:lpstr>Relational Operators Overloading</vt:lpstr>
      <vt:lpstr>Program</vt:lpstr>
      <vt:lpstr>Slide 23</vt:lpstr>
      <vt:lpstr>Slide 24</vt:lpstr>
      <vt:lpstr>Input / Output Operators Overloading</vt:lpstr>
      <vt:lpstr>Program</vt:lpstr>
      <vt:lpstr>Slide 27</vt:lpstr>
      <vt:lpstr>++ and  -- Operators Overloading</vt:lpstr>
      <vt:lpstr>Program</vt:lpstr>
      <vt:lpstr>Slide 30</vt:lpstr>
      <vt:lpstr>Slide 31</vt:lpstr>
      <vt:lpstr>Assignment Operators Overloading</vt:lpstr>
      <vt:lpstr>Program</vt:lpstr>
      <vt:lpstr>Slide 34</vt:lpstr>
      <vt:lpstr>Function Call () Operator Overloading</vt:lpstr>
      <vt:lpstr>Program</vt:lpstr>
      <vt:lpstr>Slide 37</vt:lpstr>
      <vt:lpstr>Slide 38</vt:lpstr>
      <vt:lpstr>Subscripting [] Operator Overloading</vt:lpstr>
      <vt:lpstr>Program</vt:lpstr>
      <vt:lpstr>Slide 41</vt:lpstr>
      <vt:lpstr>Class Member Access Operator -&gt; Overloading</vt:lpstr>
      <vt:lpstr>Program</vt:lpstr>
      <vt:lpstr>Slide 44</vt:lpstr>
      <vt:lpstr>Slide 45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OVERLOADING (OPERATOR &amp; FUNCTION) </dc:title>
  <dc:creator>D3LL</dc:creator>
  <cp:lastModifiedBy>HCT</cp:lastModifiedBy>
  <cp:revision>54</cp:revision>
  <dcterms:created xsi:type="dcterms:W3CDTF">2006-08-16T00:00:00Z</dcterms:created>
  <dcterms:modified xsi:type="dcterms:W3CDTF">2017-08-26T12:29:15Z</dcterms:modified>
</cp:coreProperties>
</file>