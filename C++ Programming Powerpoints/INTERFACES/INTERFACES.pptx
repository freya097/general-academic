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609599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INTERFACES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458200" cy="5029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interface describes the behavior or capabilities of a C++ class without committing to a particular implementation of that class. 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class is made abstract by declaring at least one of its functions as pure virtual function.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pure virtual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virtual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Abstract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Base class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Shape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pure virtual function providing interface framework.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virtual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w;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width;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// Derived classes </a:t>
            </a:r>
          </a:p>
          <a:p>
            <a:r>
              <a:rPr lang="en-US" dirty="0" smtClean="0"/>
              <a:t>class Rectangle: public Shape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getArea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(width * height);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smtClean="0"/>
              <a:t>class Triangle: public Shape </a:t>
            </a:r>
          </a:p>
          <a:p>
            <a:r>
              <a:rPr lang="en-US" dirty="0" smtClean="0"/>
              <a:t>{ </a:t>
            </a:r>
            <a:endParaRPr lang="en-US" dirty="0" smtClean="0"/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getArea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(width * height)/2;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Triangle Tri;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Print the area of the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"Total Rectangle area: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Rect.getArea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Tri.setWidth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Tri.setHeight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Print the area of the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"Total Triangle area: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Tri.getArea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On-screen Show (4:3)</PresentationFormat>
  <Paragraphs>67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INTERFACES </vt:lpstr>
      <vt:lpstr>Syntax</vt:lpstr>
      <vt:lpstr>Abstract Class Program</vt:lpstr>
      <vt:lpstr>Slide 4</vt:lpstr>
      <vt:lpstr>Slide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 </dc:title>
  <dc:creator>D3LL</dc:creator>
  <cp:lastModifiedBy>HCT</cp:lastModifiedBy>
  <cp:revision>1</cp:revision>
  <dcterms:created xsi:type="dcterms:W3CDTF">2006-08-16T00:00:00Z</dcterms:created>
  <dcterms:modified xsi:type="dcterms:W3CDTF">2017-09-16T07:32:45Z</dcterms:modified>
</cp:coreProperties>
</file>