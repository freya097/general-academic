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2" r:id="rId3"/>
    <p:sldId id="261" r:id="rId4"/>
    <p:sldId id="260" r:id="rId5"/>
    <p:sldId id="259" r:id="rId6"/>
    <p:sldId id="258" r:id="rId7"/>
    <p:sldId id="264" r:id="rId8"/>
    <p:sldId id="263" r:id="rId9"/>
    <p:sldId id="257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8/4/2017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8/4/2017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76600" y="152401"/>
            <a:ext cx="2667000" cy="6096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ARRAYS </a:t>
            </a:r>
            <a:r>
              <a:rPr lang="en-US" sz="2800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 </a:t>
            </a:r>
            <a:endParaRPr lang="en-US" sz="2800" dirty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685800"/>
            <a:ext cx="8534400" cy="5943600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 array is used to store a collection of data, but it is often more useful to think of an array as a collection of variables of the same type. </a:t>
            </a:r>
          </a:p>
          <a:p>
            <a:endParaRPr lang="en-US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All arrays consist of contiguous memory locations.</a:t>
            </a:r>
          </a:p>
          <a:p>
            <a:endParaRPr lang="en-US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The lowest address corresponds to the first element and the highest address to the last element. 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5334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Declaring Arrays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5626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 declare an array in C++, the programmer specifies the type of the elements and the number of elements required by an array as follows: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Array Syntax: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type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arrayName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[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arraySize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];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arraySize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must be an integer constant greater than zero and type can be any valid C++ data type.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double balance[10];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1722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Initializing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Arrays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number of values between braces { } cannot be larger than the number of elements that we declare for the array between square brackets [ ].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Syntax: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double balance[5] = {1000.0, 2.0, 3.4, 17.0, 50.0}; </a:t>
            </a:r>
            <a:endParaRPr lang="fr-FR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balance[] = {1000.0, 2.0, 3.4, 17.0, 50.0};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0" y="533400"/>
            <a:ext cx="3810000" cy="9144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Accessing Array Elements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3600"/>
            <a:ext cx="8229600" cy="3810000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 element is accessed by indexing the array name.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is done by placing the index of the element within square brackets after the name of the array.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152400"/>
            <a:ext cx="4648200" cy="5334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7912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using namespace std;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iomanip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using std::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setw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main 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n[ 10 ]; // n is an array of 10 integers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initialize elements of array n to 0 </a:t>
            </a:r>
          </a:p>
          <a:p>
            <a:r>
              <a:rPr lang="nn-NO" dirty="0" smtClean="0">
                <a:latin typeface="Times New Roman" pitchFamily="18" charset="0"/>
                <a:cs typeface="Times New Roman" pitchFamily="18" charset="0"/>
              </a:rPr>
              <a:t>for ( int i = 0; i &lt; 10; i++ 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n[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]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+ 100; // set element at location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+ 100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"Element"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setw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( 13 ) &lt;&lt; "Value"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output each array element's value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(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j = 0; j &lt; 10; j++ 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setw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( 7 )&lt;&lt; j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setw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( 13 ) &lt;&lt; n[ j ]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152400"/>
            <a:ext cx="5486400" cy="6096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Two-Dimensional Arrays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6388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simplest form of the multidimensional array is the two-dimensional array.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two-dimensional array is, in essence, a list of one-dimensional arrays.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Syntax: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type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arrayName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[ x ][ y ];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0" y="4267200"/>
            <a:ext cx="51054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Initializing Two-Dimensional Arrays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Multidimensioned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arrays may be initialized by specifying bracketed values for each row.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a[3][4] = 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{0, 1, 2, 3} , /*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initializers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for row indexed by 0 */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{4, 5, 6, 7} , /*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initializers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for row indexed by 1 */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{8, 9, 10, 11} /*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initializers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for row indexed by 2 */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};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152400"/>
            <a:ext cx="5105400" cy="6858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4864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using namespace std;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main 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an array with 5 rows and 2 columns.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a[5][2] = { {0,0}, {1,2}, {2,4}, {3,6},{4,8}};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output each array element's value </a:t>
            </a:r>
          </a:p>
          <a:p>
            <a:r>
              <a:rPr lang="nn-NO" dirty="0" smtClean="0">
                <a:latin typeface="Times New Roman" pitchFamily="18" charset="0"/>
                <a:cs typeface="Times New Roman" pitchFamily="18" charset="0"/>
              </a:rPr>
              <a:t>for ( int i = 0; i &lt; 5; i++ 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(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j = 0; j &lt; 2; j++ 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"a["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"][" &lt;&lt; j &lt;&lt; "]: ";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a[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][j]&lt;&lt;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Pointer to an Array</a:t>
            </a:r>
            <a:endParaRPr lang="en-US" sz="4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 array name is a constant pointer to the first element of the array.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Syntax: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*p;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balance[10];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 = balance;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0" y="152400"/>
            <a:ext cx="2057400" cy="4572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60198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using namespace std;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main 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an array with 5 elements. </a:t>
            </a:r>
          </a:p>
          <a:p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double balance[5] = {1000.0, 2.0, 3.4, 17.0, 50.0};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*p;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 = balance;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output each array element's value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"Array values using pointer "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nn-NO" dirty="0" smtClean="0">
                <a:latin typeface="Times New Roman" pitchFamily="18" charset="0"/>
                <a:cs typeface="Times New Roman" pitchFamily="18" charset="0"/>
              </a:rPr>
              <a:t>for ( int i = 0; i &lt; 5; i++ 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"*(p + "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") : ";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*(p +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>
            <a:normAutofit/>
          </a:bodyPr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"Array values using balance as address "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nn-NO" dirty="0" smtClean="0">
                <a:latin typeface="Times New Roman" pitchFamily="18" charset="0"/>
                <a:cs typeface="Times New Roman" pitchFamily="18" charset="0"/>
              </a:rPr>
              <a:t>for ( int i = 0; i &lt; 5; i++ 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"*(balance + "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") : ";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*(balance +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68</TotalTime>
  <Words>764</Words>
  <Application>Microsoft Office PowerPoint</Application>
  <PresentationFormat>On-screen Show (4:3)</PresentationFormat>
  <Paragraphs>110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Flow</vt:lpstr>
      <vt:lpstr>ARRAYS  </vt:lpstr>
      <vt:lpstr>Declaring Arrays</vt:lpstr>
      <vt:lpstr>Slide 3</vt:lpstr>
      <vt:lpstr>Accessing Array Elements</vt:lpstr>
      <vt:lpstr>Program</vt:lpstr>
      <vt:lpstr>Two-Dimensional Arrays</vt:lpstr>
      <vt:lpstr>Initializing Two-Dimensional Arrays</vt:lpstr>
      <vt:lpstr>Program</vt:lpstr>
      <vt:lpstr>Pointer to an Array</vt:lpstr>
      <vt:lpstr>Program</vt:lpstr>
      <vt:lpstr>Slide 11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VARIABLE </dc:title>
  <dc:creator>D3LL</dc:creator>
  <cp:lastModifiedBy>HCT</cp:lastModifiedBy>
  <cp:revision>17</cp:revision>
  <dcterms:created xsi:type="dcterms:W3CDTF">2006-08-16T00:00:00Z</dcterms:created>
  <dcterms:modified xsi:type="dcterms:W3CDTF">2017-08-04T13:55:59Z</dcterms:modified>
</cp:coreProperties>
</file>