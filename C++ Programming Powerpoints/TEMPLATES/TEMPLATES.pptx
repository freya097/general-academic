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0" r:id="rId4"/>
    <p:sldId id="259" r:id="rId5"/>
    <p:sldId id="258" r:id="rId6"/>
    <p:sldId id="257" r:id="rId7"/>
    <p:sldId id="265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TEMPLATES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Templates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 the foundation of generic programming, which involves writing code in a way that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       independent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any particular type.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template is a blueprint or formula for creating a generic class or a function.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is a single definition of each container, such as vector, but we can define many different kinds of vectors for example, vector 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or vector &lt;string&gt;.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Template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type&gt; ret-type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-name(parameter list)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body of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&lt;string&gt;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typename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T&gt; </a:t>
            </a:r>
          </a:p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inline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&amp; Max (T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&amp; a, T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&amp; b)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a &lt; b ? b:a;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1722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39;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 = 20;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"Max(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j): " &lt;&lt; Max(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j)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f1 = 13.5;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f2 = 20.7;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"Max(f1, f2): " &lt;&lt; Max(f1, f2)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 s1 = "Hello";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 s2 = "World";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"Max(s1, s2): " &lt;&lt; Max(s1, s2)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Template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placeholder type name, which will be specified when a class is instantiated.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define more than one generic data type by using a comma-separated list.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type&gt; 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-name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&lt;vector&gt;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cstdlib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&lt;string&gt;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stdexcept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Stack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vector&lt;T&gt;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// elements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push(T const&amp;); // push element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pop(); // pop element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 top() const; // return top element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empty() const{ // return true if empty.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Stack&lt;T&gt;::push (T const&amp;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append copy of passed element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elems.push_back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Stack&lt;T&gt;::pop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out_of_range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("Stack&lt;&gt;::pop(): empty stack");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remove last element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elems.pop_back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template &lt;class 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 Stack&lt;T&gt;::top () const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out_of_range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("Stack&lt;&gt;::top(): empty stack");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return copy of last element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elems.back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Stack&lt;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intStack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// stack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Stack&lt;string&gt;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stringStack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// stack of strings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manipulate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stack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intStack.push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intStack.top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manipulate string stack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stringStack.push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("hello");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stringStack.top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stringStack.pop();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stringStack.pop();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catch (exception const&amp; ex) {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cerr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"Exception: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ex.what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-1;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</TotalTime>
  <Words>539</Words>
  <Application>Microsoft Office PowerPoint</Application>
  <PresentationFormat>On-screen Show (4:3)</PresentationFormat>
  <Paragraphs>110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TEMPLATES </vt:lpstr>
      <vt:lpstr>Function Template</vt:lpstr>
      <vt:lpstr>Slide 3</vt:lpstr>
      <vt:lpstr>Class Template</vt:lpstr>
      <vt:lpstr>Program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D3LL</dc:creator>
  <cp:lastModifiedBy>HCT</cp:lastModifiedBy>
  <cp:revision>10</cp:revision>
  <dcterms:created xsi:type="dcterms:W3CDTF">2006-08-16T00:00:00Z</dcterms:created>
  <dcterms:modified xsi:type="dcterms:W3CDTF">2017-10-06T12:45:35Z</dcterms:modified>
</cp:coreProperties>
</file>