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60" r:id="rId4"/>
    <p:sldId id="258" r:id="rId5"/>
    <p:sldId id="257" r:id="rId6"/>
    <p:sldId id="266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ENCAPSULATION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6388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statements (code): This is the part of a program that performs actions and they are called functions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data: The data is the information of the program which gets affected by the program functions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Encapsulation is an Object Oriented Programming concept that binds together the data and functions that manipulate the data, and that keeps both safe from outside interference and misuse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10600" cy="5105400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encapsulation led to the important OOP concept of data hiding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 encapsulation is a mechanism of bundling the data, and the functions that use them and data abstraction is a mechanism of exposing only the interfaces and hiding the implementation details from the user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getVolume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(void)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length * breadth * height;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private: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length; // Length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breadth; // Breadth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height; // Height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Encapsulation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Adder{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constructor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Adder(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0)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total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interface to outside world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addNum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number)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total += number;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interface to outside world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getTotal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total;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private: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hidden data from outside world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total;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 )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Adder a;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a.addNum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(10);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a.addNum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(20);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a.addNum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(30);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"Total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a.getTotal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264</Words>
  <Application>Microsoft Office PowerPoint</Application>
  <PresentationFormat>On-screen Show (4:3)</PresentationFormat>
  <Paragraphs>55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DATA ENCAPSULATION </vt:lpstr>
      <vt:lpstr>Slide 2</vt:lpstr>
      <vt:lpstr>Syntax</vt:lpstr>
      <vt:lpstr>Data Encapsulation Program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ENCAPSULATION </dc:title>
  <dc:creator>D3LL</dc:creator>
  <cp:lastModifiedBy>HCT</cp:lastModifiedBy>
  <cp:revision>4</cp:revision>
  <dcterms:created xsi:type="dcterms:W3CDTF">2006-08-16T00:00:00Z</dcterms:created>
  <dcterms:modified xsi:type="dcterms:W3CDTF">2017-09-16T07:57:33Z</dcterms:modified>
</cp:coreProperties>
</file>