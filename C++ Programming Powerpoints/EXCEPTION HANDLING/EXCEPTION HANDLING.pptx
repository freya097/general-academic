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9" r:id="rId5"/>
    <p:sldId id="258" r:id="rId6"/>
    <p:sldId id="257" r:id="rId7"/>
    <p:sldId id="265" r:id="rId8"/>
    <p:sldId id="264" r:id="rId9"/>
    <p:sldId id="263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6858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EXCEPTION HANDLING 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838200"/>
            <a:ext cx="8534400" cy="5791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exception is a problem that arises during the execution of a program.</a:t>
            </a:r>
          </a:p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throw: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program throws an exception when a problem shows up. This is done using a throw keyword. 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catch: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program catches an exception with an exception handler at the place in a program where you want to handle the problem. 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try: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try block identifies a block of code for which particular exceptions will be activated. 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protected code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}catch(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ExceptionName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e1 )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catch block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}catch(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ExceptionName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e2 )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catch block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}catch(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ExceptionName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catch block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Throwing Exceptions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Exceptions can be thrown anywhere within a code block using throw statement.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operand of the throw statement determines a type for the exception and can be any expression and the type of the result of the expression determines the type of exception thrown.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double division(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a,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b)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 b == 0 )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throw "Division by zero condition!";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(a/b);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Catching Exceptions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91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catch block following the try block catches any exception.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protected code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}catch(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ExceptionName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code to handle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ExceptionName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exception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>
            <a:normAutofit fontScale="4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double division(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a,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b)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 b == 0 )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throw "Division by zero condition!";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(a/b);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x = 50;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y =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z =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z = division(x, y);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z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}catch (const char*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msg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cerr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msg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Define New Exceptions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96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define your own exceptions by inheriting and overriding exception class functionality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&lt;exception&gt;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: public exception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const char * what () const throw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"C++ Exception";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3246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throw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catch(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&amp; e)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std::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MyException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caught" &lt;&lt; std::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std::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e.what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 std::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catch(std::exception&amp; e)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//Other errors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425</Words>
  <Application>Microsoft Office PowerPoint</Application>
  <PresentationFormat>On-screen Show (4:3)</PresentationFormat>
  <Paragraphs>101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EXCEPTION HANDLING </vt:lpstr>
      <vt:lpstr>Syntax</vt:lpstr>
      <vt:lpstr>Throwing Exceptions</vt:lpstr>
      <vt:lpstr>Syntax</vt:lpstr>
      <vt:lpstr>Catching Exceptions</vt:lpstr>
      <vt:lpstr>Program</vt:lpstr>
      <vt:lpstr>Define New Exceptions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 </dc:title>
  <dc:creator>D3LL</dc:creator>
  <cp:lastModifiedBy>HCT</cp:lastModifiedBy>
  <cp:revision>11</cp:revision>
  <dcterms:created xsi:type="dcterms:W3CDTF">2006-08-16T00:00:00Z</dcterms:created>
  <dcterms:modified xsi:type="dcterms:W3CDTF">2017-09-30T05:08:31Z</dcterms:modified>
</cp:coreProperties>
</file>