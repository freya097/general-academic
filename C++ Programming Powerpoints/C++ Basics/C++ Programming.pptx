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0" r:id="rId5"/>
    <p:sldId id="259" r:id="rId6"/>
    <p:sldId id="258" r:id="rId7"/>
    <p:sldId id="257" r:id="rId8"/>
    <p:sldId id="265" r:id="rId9"/>
    <p:sldId id="264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457200"/>
            <a:ext cx="5410200" cy="1066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33CC"/>
                </a:solidFill>
              </a:rPr>
              <a:t>C++ </a:t>
            </a:r>
            <a:r>
              <a:rPr lang="en-US" dirty="0" smtClean="0">
                <a:solidFill>
                  <a:srgbClr val="FF33CC"/>
                </a:solidFill>
              </a:rPr>
              <a:t>Programming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133600"/>
            <a:ext cx="8229600" cy="441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C++ is a statically typed,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compiled,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general-purpose,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case-sensitive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free-form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programming language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supports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procedural, object-oriented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generic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programming.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C++ was developed by </a:t>
            </a:r>
            <a:r>
              <a:rPr lang="en-US" sz="2800" dirty="0" err="1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Bjarne</a:t>
            </a:r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Stroustrup</a:t>
            </a:r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starting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1979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at </a:t>
            </a:r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Bell Labs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Murray Hill, New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Jersey.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Object-Oriented Programming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C++ fully supports object-oriented programming, including the four pillars of object-oriented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development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Encapsulation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hiding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Inheritance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Polymorphism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42672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Standard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Libraries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core language giving all the building blocks including variables, data types and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literals.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C++ Standard Library giving a rich set of functions manipulating files, strings, etc.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Standard Template Library (STL) giving a rich set of methods manipulating data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structures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 of C++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C++ is used by hundreds of thousands of programmers in essentially every application domain.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C++ is being highly used to write device drivers and other software that rely on direct manipulation of hardware under real-time constraints.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C++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Compiler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is an actual C++ compiler, which will be used to compile your source code into final executable program.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Most C++ compilers don't care what extension you give to your source code, but if you don't specify otherwise, many will use .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by default.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572000" cy="4572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BASIC </a:t>
            </a:r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 Objects have states and behaviors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Puppy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has states - color, name, breed as well as behaviors - wagging, barking, and eating.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object is an instance of a class.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Class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 A class can be defined as a template/blueprint that describes the behaviors/states that object of its type support. </a:t>
            </a:r>
          </a:p>
          <a:p>
            <a:endParaRPr lang="en-US" sz="2800" dirty="0" smtClean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Methods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 A method is basically a behavior. A class can contain many methods.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Instant Variables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 Each object has its unique set of instant variables.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657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C++ Program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Structure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Simple CPP program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include &lt;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 main() is where program execution begins.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main()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&lt;&lt; "Hello World"; // prints Hello World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++ language defines several headers, which contain information that is either necessary or useful to your program.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Here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program, the header &lt;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is needed.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line using namespace std; tells the compiler to use the std namespace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next line ‘// main() is where program execution begins.’ is a single-line comment available in C++.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400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main() is the main function where program execution begins.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next line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&lt;&lt; "This is my first C++ program."; causes the message "This is my first C++ program" to be displayed on the screen.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next line return 0; terminates main() function and causes it to return the value 0 to the calling process.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230</TotalTime>
  <Words>498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C++ Programming</vt:lpstr>
      <vt:lpstr>Object-Oriented Programming</vt:lpstr>
      <vt:lpstr>Standard Libraries</vt:lpstr>
      <vt:lpstr>Use of C++</vt:lpstr>
      <vt:lpstr>C++ Compiler</vt:lpstr>
      <vt:lpstr>BASIC SYNTAX </vt:lpstr>
      <vt:lpstr>C++ Program Structure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D3LL</dc:creator>
  <cp:lastModifiedBy>HCT</cp:lastModifiedBy>
  <cp:revision>29</cp:revision>
  <dcterms:created xsi:type="dcterms:W3CDTF">2006-08-16T00:00:00Z</dcterms:created>
  <dcterms:modified xsi:type="dcterms:W3CDTF">2017-07-30T13:44:25Z</dcterms:modified>
</cp:coreProperties>
</file>