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0" r:id="rId5"/>
    <p:sldId id="259" r:id="rId6"/>
    <p:sldId id="258" r:id="rId7"/>
    <p:sldId id="257" r:id="rId8"/>
    <p:sldId id="270" r:id="rId9"/>
    <p:sldId id="269" r:id="rId10"/>
    <p:sldId id="268" r:id="rId11"/>
    <p:sldId id="267" r:id="rId12"/>
    <p:sldId id="266" r:id="rId13"/>
    <p:sldId id="265" r:id="rId14"/>
    <p:sldId id="264" r:id="rId15"/>
    <p:sldId id="263" r:id="rId16"/>
    <p:sldId id="273" r:id="rId17"/>
    <p:sldId id="272" r:id="rId18"/>
    <p:sldId id="271" r:id="rId19"/>
    <p:sldId id="276" r:id="rId20"/>
    <p:sldId id="275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152401"/>
            <a:ext cx="41910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MULTITHREADING </a:t>
            </a:r>
            <a:endParaRPr lang="en-US" sz="24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838200"/>
            <a:ext cx="8382000" cy="57150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Running several threads is similar to running several different programs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concurrently.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Threads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sometimes called light-weight processes and they do not require much memory overhead; they care cheaper than processes.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thread has a beginning, an execution sequence, and a conclusion.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has an instruction pointer that keeps track of where within its context it is currently running.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3886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be pre-empted (interrupted)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temporarily be put on hold (also known as sleeping) while other threads are running - this is called yielding.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5029200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Starting a New Thread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458200" cy="5638800"/>
          </a:xfrm>
        </p:spPr>
        <p:txBody>
          <a:bodyPr>
            <a:normAutofit fontScale="925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spawn another thread, you need to call following method available in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thread module: </a:t>
            </a:r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thread.start_new_thread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 function,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kwargs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] )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method call enables a fast and efficient way to create new threads in both Linux and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Windows.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method call returns immediately and the child thread starts and calls function with the passed list of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agrs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function returns, the thread terminates.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35052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10600" cy="58674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thread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time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Define a function for the thread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print_time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delay):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count = 0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count &lt; 5: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time.sleep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(delay)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count +=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"%s: %s" % 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time.ctime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())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Create two threads as follows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thread.start_new_thread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print_time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("Thread-1", 2, ) 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thread.start_new_thread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print_time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("Thread-2", 4, )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"Error: unable to start thread"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1: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pass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55626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Jan 22 15:42:17 2009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Jan 22 15:42:19 2009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Jan 22 15:42:19 2009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Jan 22 15:42:21 2009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Jan 22 15:42:23 2009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Jan 22 15:42:23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2009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Jan 22 15:42:25 2009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Jan 22 15:42:27 2009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Jan 22 15:42:31 2009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Jan 22 15:42:35 2009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0386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Threading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Module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867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newer threading module included with Python 2.4 provides much more powerful, high-level support for threads than the thread module discussed in the previous section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 smtClean="0"/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threading.activeCount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(): Returns the number of thread objects that are active.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threading.currentThread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(): Returns the number of thread objects in the caller's thread control.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threading.enumerate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(): Returns a list of all thread objects that are currently active.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addition to the methods, the threading module has the Thread class that implements threading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methods provided by the Thread class are as follows: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run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The run() method is the entry point for a 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The start() method starts a thread by calling the run method.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join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([time]): The join() waits for threads to terminate.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isAlive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isAlive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method checks whether a thread is still executing.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method returns the name of a thread.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method sets the name of a thread.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5486400" cy="533400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Creating Thread Using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Threading Module 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5181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implement a new thread using the threading module, you have to do the following: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Define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new subclass of the Thread class.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Override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__init_(self [,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]) method to add additional arguments.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override the run(self [,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]) method to implement what the thread should do when started.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28600"/>
            <a:ext cx="441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458200" cy="57912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threading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time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exitFlag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threading.Thread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__init__(self,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name, counter):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threading.Thread.__init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__(self)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self.name = name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self.counter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counter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run(self):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"Starting " + self.name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print_time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(self.name,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self.counter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5)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"Exiting " + self.name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print_time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delay, counter):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counter: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exitFlag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thread.exit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time.sleep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(delay)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"%s: %s" %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time.ctime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()))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counter -=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Create new threads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thread1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(1, "Thread-1", 1)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thread2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(2, "Thread-2", 2)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Start new Threads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thread1.start()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thread2.start()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"Exiting Main Thread"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228600"/>
            <a:ext cx="4267200" cy="533400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Starting Thread-1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Starting Thread-2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Exiting Main Thread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Mar 21 09:10:03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Mar 21 09:10:04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Mar 21 09:10:04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Mar 21 09:10:05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Mar 21 09:10:06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Mar 21 09:10:06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Mar 21 09:10:07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Exiting Thread-1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Mar 21 09:10:08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Mar 21 09:10:10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Mar 21 09:10:12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Exiting Thread-2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7244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Synchronizing Threads 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threading module provided with Python includes a simple-to-implement locking mechanism that allows you to synchronize threads.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new lock is created by calling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theLock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method, which returns the new lock.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acquire(blocking) method of the new lock object is used to force threads to run synchronously.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optional blocking parameter enables you to control whether the thread waits to acquire the lock.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4290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305800" cy="58674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threading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time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threading.Thread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__init__(self,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name, counter):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threading.Thread.__init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__(self)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self.name = name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self.counter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counter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run(self):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"Starting " + self.name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Get lock to synchronize threads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threadLock.acquire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print_time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(self.name,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self.counter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3)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Free lock to release next thread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threadLock.release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print_time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delay, counter):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counter: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time.sleep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(delay)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"%s: %s" %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time.ctime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()))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counter -= 1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threadLock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threading.Lock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threads = []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Create new threads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thread1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(1, "Thread-1", 1)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thread2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(2, "Thread-2", 2)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Start new Threads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thread1.start()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thread2.start()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Add threads to thread list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threads.append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(thread1)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threads.append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(thread2)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Wait for all threads to complete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t in threads: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t.join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"Exiting Main Thread"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Starting Thread-1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Starting Thread-2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Mar 21 09:11:28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Mar 21 09:11:29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Thread-1: Thu Mar 21 09:11:30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Mar 21 09:11:32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Mar 21 09:11:34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Thread-2: Thu Mar 21 09:11:36 2013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Exiting Main Thread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152400"/>
            <a:ext cx="55626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Multithreaded Priority Queue 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71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Queue module allows you to create a new queue object that can hold a specific number of items.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get(): The get() removes and returns an item from the queue.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The put adds item to a queue.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: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returns the number of items that are currently in the queue.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empty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The empty( ) returns True if queue is empty; otherwise, False.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the full() returns True if queue is full; otherwise, False.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30480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8674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Queue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threading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time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exitFlag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threading.Thread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__init__(self,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name, q):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threading.Thread.__init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__(self)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self.name = name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self.q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q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run(self):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"Starting " + self.name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process_data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(self.name,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self.q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"Exiting " + self.name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process_data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q):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not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exitFlag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queueLock.acquire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not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workQueue.empty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q.get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queueLock.release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"%s processing %s" %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data)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queueLock.release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time.sleep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["Thread-1", "Thread-2", "Thread-3"]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nameList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["One", "Two", "Three", "Four", "Five"]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queueLock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threading.Lock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workQueue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Queue.Queue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threads = []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Create new threads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myThread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workQueue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198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thread.start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threads.append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(thread)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threadID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+=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Fill the queue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queueLock.acquire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word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nameList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workQueue.put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(word)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queueLock.release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Wait for queue to empty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workQueue.empty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pass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Notify threads it's time to exit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exitFlag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Wait for all threads to complete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t in threads: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t.join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"Exiting Main Thread"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3505200" cy="533400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Starting Thread-1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Starting Thread-2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Starting Thread-3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 processing One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 processing Two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Thread-3 processing Three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Thread-1 processing Four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Thread-2 processing Five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Exiting Thread-3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Exiting Thread-1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Exiting Thread-2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Exiting Main Thread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1439</Words>
  <Application>Microsoft Office PowerPoint</Application>
  <PresentationFormat>On-screen Show (4:3)</PresentationFormat>
  <Paragraphs>255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MULTITHREADING </vt:lpstr>
      <vt:lpstr>Slide 2</vt:lpstr>
      <vt:lpstr>Starting a New Thread </vt:lpstr>
      <vt:lpstr>Program</vt:lpstr>
      <vt:lpstr>Output</vt:lpstr>
      <vt:lpstr>The Threading Module</vt:lpstr>
      <vt:lpstr>Slide 7</vt:lpstr>
      <vt:lpstr>Creating Thread Using Threading Module </vt:lpstr>
      <vt:lpstr>Program</vt:lpstr>
      <vt:lpstr>Slide 10</vt:lpstr>
      <vt:lpstr>output</vt:lpstr>
      <vt:lpstr>Synchronizing Threads </vt:lpstr>
      <vt:lpstr>Program</vt:lpstr>
      <vt:lpstr>Slide 14</vt:lpstr>
      <vt:lpstr>Output</vt:lpstr>
      <vt:lpstr>Multithreaded Priority Queue </vt:lpstr>
      <vt:lpstr>Program</vt:lpstr>
      <vt:lpstr>Slide 18</vt:lpstr>
      <vt:lpstr>Slide 19</vt:lpstr>
      <vt:lpstr>Output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HCT-03</dc:creator>
  <cp:lastModifiedBy>HCT-03</cp:lastModifiedBy>
  <cp:revision>16</cp:revision>
  <dcterms:created xsi:type="dcterms:W3CDTF">2006-08-16T00:00:00Z</dcterms:created>
  <dcterms:modified xsi:type="dcterms:W3CDTF">2017-05-03T11:54:08Z</dcterms:modified>
</cp:coreProperties>
</file>