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3" r:id="rId4"/>
    <p:sldId id="262" r:id="rId5"/>
    <p:sldId id="261" r:id="rId6"/>
    <p:sldId id="260" r:id="rId7"/>
    <p:sldId id="259" r:id="rId8"/>
    <p:sldId id="258" r:id="rId9"/>
    <p:sldId id="257" r:id="rId10"/>
    <p:sldId id="267" r:id="rId11"/>
    <p:sldId id="266" r:id="rId12"/>
    <p:sldId id="265" r:id="rId13"/>
    <p:sldId id="270" r:id="rId14"/>
    <p:sldId id="269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FF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152401"/>
            <a:ext cx="5715000" cy="914399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DICTIONARY </a:t>
            </a:r>
            <a:endParaRPr lang="en-US" sz="36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143000"/>
            <a:ext cx="8534400" cy="5486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Each key is separated from its value by a colon (:), the items are separated by commas, and the whole thing is enclosed in curly braces. </a:t>
            </a:r>
          </a:p>
          <a:p>
            <a:pPr>
              <a:buFont typeface="Wingdings" pitchFamily="2" charset="2"/>
              <a:buChar char="v"/>
            </a:pP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empty dictionary without any items is written with just two curly braces, like this: {}. </a:t>
            </a:r>
          </a:p>
          <a:p>
            <a:pPr>
              <a:buFont typeface="Wingdings" pitchFamily="2" charset="2"/>
              <a:buChar char="v"/>
            </a:pPr>
            <a:endParaRPr lang="en-US" sz="1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values of a dictionary can be of any type, but the keys must be of an immutable data type such as strings, numbers, or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tuples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15200" y="5257800"/>
            <a:ext cx="1600200" cy="13716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74638"/>
            <a:ext cx="5638800" cy="63976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Accessing Values in Dictionary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10600" cy="5638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access dictionary elements, you can use the familiar square brackets along with the key to obtain its value.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{'Name': 'Zara', 'Age': 7, 'Class': 'First'};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['Name']: ",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['Name'];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['Age']: ",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['Age'];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6705600" cy="685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Updating Dictionary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Update a dictionary by adding a new entry or a key-value pair, modifying an existing entry, or deleting an existing entry.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{'Name': 'Zara', 'Age': 7, 'Class': 'First'};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['Age'] = 8; # update existing entry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['School'] = "DPS School"; # Add new entry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['Age']: ",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['Age'];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['School']: ",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['School']; 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51816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Delete Dictionary Elements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534400" cy="5943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Remove individual dictionary elements or clear the entire contents of a dictionary. 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delete entire dictionary in a single operation.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{'Name': 'Zara', 'Age': 7, 'Class': 'First'};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del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['Name']; # remove entry with key 'Name'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dict.clear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(); # remove all entries in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it-IT" sz="2400" dirty="0" smtClean="0">
                <a:latin typeface="Times New Roman" pitchFamily="18" charset="0"/>
                <a:cs typeface="Times New Roman" pitchFamily="18" charset="0"/>
              </a:rPr>
              <a:t>del dict ; # delete entire dictionary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['Age']: ",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['Age'];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['School']: ",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['School'];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74638"/>
            <a:ext cx="6172200" cy="5635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Properties of Dictionary Keys </a:t>
            </a:r>
            <a:endParaRPr lang="en-US" sz="24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Dictionary values have no restrictions.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can be any arbitrary Python object, either standard objects or user-defined objects.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However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same is not true for the keys. 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(a)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More than one entry per key not allowed.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means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 duplicate key is allowed.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duplicate keys encountered during assignment, the last assignment wins. </a:t>
            </a:r>
          </a:p>
          <a:p>
            <a:endParaRPr lang="en-US" sz="2800" b="1" dirty="0" smtClean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{'Name': 'Zara', 'Age': 7, 'Name': '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Manni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'};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['Name']: ",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['Name'];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8610600" cy="6172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(b)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Keys must be immutable.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Which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means you can use strings, numbers or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tuples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as dictionary keys but something like ['key'] is not allowed.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{['Name']: 'Zara', 'Age': 7};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['Name']: ",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['Name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'];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52400"/>
            <a:ext cx="5257800" cy="533400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(dict1, dict2)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10600" cy="5791200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Description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method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compares two dictionaries based on key and values.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Following is the syntax for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method: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(dict1, dict2)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Parameters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dict1 -- This is the first dictionary to be compared with dict2.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dict2 -- This is the second dictionary to be compared with dict1.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52400"/>
            <a:ext cx="52578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10600" cy="51816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dict1 = {'Name': 'Zara', 'Age': 7};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dict2 = {'Name':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Mahnaz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'Age': 27};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dict3 = {'Name':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'Age': 27};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dict4 = {'Name': 'Zara', 'Age': 7};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"Return Value : %d" %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(dict1, dict2)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"Return Value : %d" %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(dict2, dict3)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"Return Value : %d" %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(dict1, dict4)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dict.clear</a:t>
            </a:r>
            <a:r>
              <a:rPr lang="en-US" sz="36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() </a:t>
            </a:r>
            <a:endParaRPr lang="en-US" sz="36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Description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method clear() removes all items from the dictionary.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 Python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dict.clear</a:t>
            </a:r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{'Name': 'Zara', 'Age': 7};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"Start Len : %d" %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dict.clear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"End Len : %d" %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4876800" cy="609600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Dict.get</a:t>
            </a:r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key,default</a:t>
            </a:r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=none)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Description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method get() returns a value for the given key. If key is not available then returns default value None.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dict.get</a:t>
            </a:r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(key, default=None)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Parameters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key -- This is the Key to be searched in the dictionary.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default -- This is the Value to be returned in case key does not exist.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1"/>
            <a:ext cx="8229600" cy="2895600"/>
          </a:xfrm>
        </p:spPr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{'Name': 'Zara', 'Age': 27}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"Value : %s" %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dict.get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('Age')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"Value : %s" %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dict.get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('Sex', "Never")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4800600" cy="609600"/>
          </a:xfrm>
        </p:spPr>
        <p:txBody>
          <a:bodyPr>
            <a:normAutofit/>
          </a:bodyPr>
          <a:lstStyle/>
          <a:p>
            <a:r>
              <a:rPr lang="en-US" sz="3200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dict.update</a:t>
            </a:r>
            <a:r>
              <a:rPr lang="en-US" sz="32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(dict2) </a:t>
            </a:r>
            <a:endParaRPr lang="en-US" sz="32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534400" cy="5791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Description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method update() adds dictionary dict2's key-values pairs in to dict. This function does not return anything. </a:t>
            </a:r>
          </a:p>
          <a:p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dict.update</a:t>
            </a:r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(dict2) 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Parameters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dict2 -- This is the dictionary to be added into dict.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z="32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1"/>
            <a:ext cx="7467600" cy="2895600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{'Name': 'Zara', 'Age': 7}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dict2 = {'Sex': 'female' }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dict.update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(dict2)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"Value : %s" %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Sequential Access Storage 3"/>
          <p:cNvSpPr/>
          <p:nvPr/>
        </p:nvSpPr>
        <p:spPr>
          <a:xfrm rot="1370816">
            <a:off x="1447800" y="1447800"/>
            <a:ext cx="5486400" cy="3657600"/>
          </a:xfrm>
          <a:prstGeom prst="flowChartMagneticTap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843</Words>
  <Application>Microsoft Office PowerPoint</Application>
  <PresentationFormat>On-screen Show (4:3)</PresentationFormat>
  <Paragraphs>122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DICTIONARY </vt:lpstr>
      <vt:lpstr>Accessing Values in Dictionary</vt:lpstr>
      <vt:lpstr>Updating Dictionary</vt:lpstr>
      <vt:lpstr>Delete Dictionary Elements</vt:lpstr>
      <vt:lpstr>Properties of Dictionary Keys </vt:lpstr>
      <vt:lpstr>Slide 6</vt:lpstr>
      <vt:lpstr>Cmp(dict1, dict2)</vt:lpstr>
      <vt:lpstr>Program</vt:lpstr>
      <vt:lpstr>dict.clear() </vt:lpstr>
      <vt:lpstr>Program</vt:lpstr>
      <vt:lpstr>Dict.get(key,default=none) </vt:lpstr>
      <vt:lpstr>Program</vt:lpstr>
      <vt:lpstr>dict.update(dict2) </vt:lpstr>
      <vt:lpstr>Program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DICTIONARY </dc:title>
  <dc:creator>HCT-03</dc:creator>
  <cp:lastModifiedBy>HCT-03</cp:lastModifiedBy>
  <cp:revision>40</cp:revision>
  <dcterms:created xsi:type="dcterms:W3CDTF">2006-08-16T00:00:00Z</dcterms:created>
  <dcterms:modified xsi:type="dcterms:W3CDTF">2016-08-29T10:25:29Z</dcterms:modified>
</cp:coreProperties>
</file>