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62" r:id="rId5"/>
    <p:sldId id="261" r:id="rId6"/>
    <p:sldId id="260" r:id="rId7"/>
    <p:sldId id="266" r:id="rId8"/>
    <p:sldId id="265" r:id="rId9"/>
    <p:sldId id="259" r:id="rId10"/>
    <p:sldId id="258" r:id="rId11"/>
    <p:sldId id="269" r:id="rId12"/>
    <p:sldId id="268" r:id="rId13"/>
    <p:sldId id="257" r:id="rId14"/>
    <p:sldId id="267" r:id="rId15"/>
    <p:sldId id="273" r:id="rId16"/>
    <p:sldId id="272" r:id="rId17"/>
    <p:sldId id="271" r:id="rId18"/>
    <p:sldId id="270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1447800"/>
            <a:ext cx="3581400" cy="533401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XML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PROCESSING 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590800"/>
            <a:ext cx="8610600" cy="39624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XML is a portable, open source language that allows programmers to develop applications that can be read by other applications, regardless of operating system and/or developmental language.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41910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is XML?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Extensible Markup Language (XML) is a markup language much like HTML or SGML.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recommended by the World Wide Web Consortium and available as an open standard.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XML is extremely useful for keeping track of small to medium amounts of data without requiring a SQL-based backbone.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305800" cy="6248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XML Parser Architectures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APIs: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standard library provides a minimal but useful set of interfaces to work with XML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Simple API for XML (SAX)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Here, you register callbacks for events of interest and then let the parser proceed through the document.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Document Object Model (DOM) API 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a World Wide Web Consortium recommendation wherein the entire file is read into memory and stored in a hierarchical (tree-based) form to represent all the features of an XML document.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57150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SAX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obviously cannot process information as fast as DOM can when working with large files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 the other hand, using DOM exclusively can really kill your resources, especially if used on a lot of small files.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SAX is read-only, while DOM allows changes to the XML file.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2672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 Code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&lt;collection shelf="New Arrivals"&gt;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&lt;movie title="Enemy Behind"&gt;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&lt;type&gt;War, Thriller&lt;/type&gt;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&lt;format&gt;DVD&lt;/format&gt;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&lt;year&gt;2003&lt;/year&gt;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&lt;rating&gt;PG&lt;/rating&gt;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&lt;stars&gt;10&lt;/stars&gt;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&lt;description&gt;Talk about a US-Japan war&lt;/description&gt;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&lt;/movie&gt;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&lt;movie title="Transformers"&gt;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&lt;type&gt;Anime, Science Fiction&lt;/type&gt;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&lt;format&gt;DVD&lt;/format&gt;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&lt;year&gt;1989&lt;/year&gt;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&lt;rating&gt;R&lt;/rating&gt;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&lt;stars&gt;8&lt;/stars&gt;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&lt;description&gt;A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schientific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fiction&lt;/description&gt;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&lt;/movie&gt;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64008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&lt;movie title="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Trigun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&lt;type&gt;Anime, Action&lt;/type&gt;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&lt;format&gt;DVD&lt;/format&gt;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&lt;episodes&gt;4&lt;/episodes&gt;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&lt;rating&gt;PG&lt;/rating&gt;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&lt;stars&gt;10&lt;/stars&gt;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&lt;description&gt;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Vash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Stampede!&lt;/description&gt;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&lt;/movie&gt;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&lt;movie title="Ishtar"&gt;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type&gt;Comedy&lt;/type&gt;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&lt;format&gt;VHS&lt;/format&gt;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&lt;rating&gt;PG&lt;/rating&gt;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&lt;stars&gt;2&lt;/stars&gt;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&lt;description&gt;Viewable boredom&lt;/description&gt;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&lt;/movie&gt;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&lt;/collection&gt;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45720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Parsing XML with SAX APIs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SAX is a standard interface for event-driven XML parsing.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Parsing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XML with SAX generally requires you to create your own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by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subclassing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xml.sax.ContentHandler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methods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startDocument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endDocument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are called at the start and the end of the XML file.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called at the start and end of each element.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47244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make_parser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Method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/>
          <a:lstStyle/>
          <a:p>
            <a:r>
              <a:rPr lang="en-US" dirty="0" smtClean="0"/>
              <a:t>Following method creates a new parser object and returns it. The parser object created will be of the first parser type the system finds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err="1" smtClean="0"/>
              <a:t>xml.sax.make_parser</a:t>
            </a:r>
            <a:r>
              <a:rPr lang="en-US" dirty="0" smtClean="0"/>
              <a:t>( [</a:t>
            </a:r>
            <a:r>
              <a:rPr lang="en-US" dirty="0" err="1" smtClean="0"/>
              <a:t>parser_list</a:t>
            </a:r>
            <a:r>
              <a:rPr lang="en-US" dirty="0" smtClean="0"/>
              <a:t>] )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err="1" smtClean="0"/>
              <a:t>parser_list</a:t>
            </a:r>
            <a:r>
              <a:rPr lang="en-US" b="1" dirty="0" smtClean="0"/>
              <a:t>: The optional argument consisting of a list of parsers to use which must all implement the </a:t>
            </a:r>
            <a:r>
              <a:rPr lang="en-US" b="1" dirty="0" err="1" smtClean="0"/>
              <a:t>make_parser</a:t>
            </a:r>
            <a:r>
              <a:rPr lang="en-US" b="1" dirty="0" smtClean="0"/>
              <a:t> method.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82000" cy="6324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parse Method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SAX parser and uses it to parse a document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xml.sax.parse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xmlfile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])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Here is the detail of the parameters: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xmlfile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This is the name of the XML file to read from.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This must be a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object.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If specified,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must be a SAX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object.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324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parseString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Method 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is one more method to create a SAX parser and to parse the specified XML string.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xml.sax.parseString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xmlstring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is the detail of the parameters: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xmlstring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This is the name of the XML string to read from.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This must be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object.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If specified,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must be a SAX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ErrorHandler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object.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228600"/>
            <a:ext cx="3276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xml.sax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MovieHandler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xml.sax.ContentHandler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__init__(self):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self.format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self.year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self.rating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self.stars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self.description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Call when an element starts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startElement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(self, tag, attributes):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tag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tag == "movie":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"*****Movie*****"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title = attributes["title"]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"Title:", title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Call when an elements ends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endElement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(self, tag):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"type":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"Type:",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"format":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"Format:",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self.format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"year":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"Year:",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self.year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"rating":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"Rating:",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self.rating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"stars":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"Stars:",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self.stars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"description":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"Description:",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self.description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Call when a character is read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 characters(self, content):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== "type":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self.type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content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== "format":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self.format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content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== "year":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self.year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content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== "rating":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self.rating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content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== "stars":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self.stars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content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self.CurrentData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== "description":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self.description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content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( __name__ == "__main__"): # create an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XMLReader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parser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xml.sax.make_parser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turn off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namepsaces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parser.setFeature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xml.sax.handler.feature_namespaces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0)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override the default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ContextHandler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Handler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MovieHandler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parser.setContentHandler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 Handler )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parser.parse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("movies.xml")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228600"/>
            <a:ext cx="35814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/>
          </a:bodyPr>
          <a:lstStyle/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Title: Enemy Behind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Type: War, Thriller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Format: DVD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Year: 2003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Rating: PG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Stars: 10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Description: Talk about a US-Japan war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Title: Transformers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Type: Anime, Science Fiction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Format: DVD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Year: 1989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Rating: R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Stars: 8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Description: A </a:t>
            </a:r>
            <a:r>
              <a:rPr lang="en-US" sz="1000" dirty="0" err="1" smtClean="0">
                <a:latin typeface="Times New Roman" pitchFamily="18" charset="0"/>
                <a:cs typeface="Times New Roman" pitchFamily="18" charset="0"/>
              </a:rPr>
              <a:t>schientific</a:t>
            </a: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 fiction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Title: </a:t>
            </a:r>
            <a:r>
              <a:rPr lang="en-US" sz="1000" dirty="0" err="1" smtClean="0">
                <a:latin typeface="Times New Roman" pitchFamily="18" charset="0"/>
                <a:cs typeface="Times New Roman" pitchFamily="18" charset="0"/>
              </a:rPr>
              <a:t>Trigun</a:t>
            </a: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Type: Anime, Action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Format: DVD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Rating: PG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Stars: 10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Description: </a:t>
            </a:r>
            <a:r>
              <a:rPr lang="en-US" sz="1000" dirty="0" err="1" smtClean="0">
                <a:latin typeface="Times New Roman" pitchFamily="18" charset="0"/>
                <a:cs typeface="Times New Roman" pitchFamily="18" charset="0"/>
              </a:rPr>
              <a:t>Vash</a:t>
            </a: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 the Stampede! </a:t>
            </a: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Title: Ishtar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Type: Comedy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Format: VHS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Rating: PG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Stars: 2 </a:t>
            </a:r>
          </a:p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Description: Viewable boredom 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28600"/>
            <a:ext cx="4191000" cy="4572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Parsing XML with DOM APIs 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Document Object Model (DOM) is a cross-language API from the World Wide Web Consortium (W3C) for accessing and modifying XML documents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DOM is extremely useful for random-access applications.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SAX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only allows you a view of one bit of the document at a time.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minidom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object provides a simple parser method that quickly creates a DOM tree from the XML file.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9624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xml.dom.minidom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import parse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xml.dom.minidom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Open XML document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minidom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parser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DOMTree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xml.dom.minidom.parse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("movies.xml")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collection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DOMTree.documentElement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collection.hasAttribute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("shelf"):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"Root element : %s"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collection.getAttribute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("shelf")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Get all the movies in the collection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movies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collection.getElementsByTagName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("movie")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Print detail of each movie.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movie in movies: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"*****Movie*****"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movie.hasAttribute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("title"):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"Title: %s"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movie.getAttribute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("title")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39925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type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movie.getElementsByTagName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('type')[0]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"Type: %s" %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type.childNodes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[0].data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format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movie.getElementsByTagName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('format')[0]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"Format: %s" %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format.childNodes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[0].data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rating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movie.getElementsByTagName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('rating')[0]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"Rating: %s" %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rating.childNodes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[0].data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description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movie.getElementsByTagName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('description')[0]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"Description: %s" %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description.childNodes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[0].data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1910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82000" cy="5791200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Root element : New Arrivals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Title: Enemy Behind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Type: War, Thriller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Format: DVD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Rating: PG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Description: Talk about a US-Japan war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Title: Transformers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Type: Anime, Science Fiction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Format: DVD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Rating: 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Description: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schientific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Title: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Trigun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Type: Anime, Action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Format: DVD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Rating: PG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Vash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Stampede!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*****Movie*****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Title: Ishtar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Type: Comedy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Format: VHS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Rating: PG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Description: Viewable boredom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1380</Words>
  <Application>Microsoft Office PowerPoint</Application>
  <PresentationFormat>On-screen Show (4:3)</PresentationFormat>
  <Paragraphs>235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XML PROCESSING </vt:lpstr>
      <vt:lpstr>What is XML? </vt:lpstr>
      <vt:lpstr>Slide 3</vt:lpstr>
      <vt:lpstr>Slide 4</vt:lpstr>
      <vt:lpstr>Example Code</vt:lpstr>
      <vt:lpstr>Slide 6</vt:lpstr>
      <vt:lpstr>Parsing XML with SAX APIs </vt:lpstr>
      <vt:lpstr>The make_parser Method </vt:lpstr>
      <vt:lpstr>Slide 9</vt:lpstr>
      <vt:lpstr>Slide 10</vt:lpstr>
      <vt:lpstr>Program</vt:lpstr>
      <vt:lpstr>Slide 12</vt:lpstr>
      <vt:lpstr>Slide 13</vt:lpstr>
      <vt:lpstr>Slide 14</vt:lpstr>
      <vt:lpstr>Output</vt:lpstr>
      <vt:lpstr>Parsing XML with DOM APIs </vt:lpstr>
      <vt:lpstr>Program</vt:lpstr>
      <vt:lpstr>Slide 18</vt:lpstr>
      <vt:lpstr>Output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HCT-03</dc:creator>
  <cp:lastModifiedBy>HCT-03</cp:lastModifiedBy>
  <cp:revision>18</cp:revision>
  <dcterms:created xsi:type="dcterms:W3CDTF">2006-08-16T00:00:00Z</dcterms:created>
  <dcterms:modified xsi:type="dcterms:W3CDTF">2017-05-03T13:54:44Z</dcterms:modified>
</cp:coreProperties>
</file>