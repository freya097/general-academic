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60" r:id="rId4"/>
    <p:sldId id="259" r:id="rId5"/>
    <p:sldId id="258" r:id="rId6"/>
    <p:sldId id="257" r:id="rId7"/>
    <p:sldId id="263" r:id="rId8"/>
    <p:sldId id="262" r:id="rId9"/>
    <p:sldId id="261" r:id="rId10"/>
    <p:sldId id="267" r:id="rId11"/>
    <p:sldId id="266" r:id="rId12"/>
    <p:sldId id="265" r:id="rId13"/>
    <p:sldId id="264" r:id="rId14"/>
    <p:sldId id="269" r:id="rId15"/>
    <p:sldId id="271" r:id="rId16"/>
    <p:sldId id="270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008444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457200"/>
            <a:ext cx="6917871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1"/>
            <a:ext cx="7772400" cy="9906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LOOPS </a:t>
            </a:r>
            <a:endParaRPr lang="en-US" sz="40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143000"/>
            <a:ext cx="8153400" cy="5410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loop statement allows us to execute a statement or group of statements multiple times. </a:t>
            </a:r>
          </a:p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2362200"/>
            <a:ext cx="2895600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010400" cy="71596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While Loop </a:t>
            </a:r>
            <a:endParaRPr lang="en-US" sz="36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while loop statement is repeatedly executes a target statement as long as a given condition is true.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 expression: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statement(s)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00800" y="2667000"/>
            <a:ext cx="2588442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74638"/>
            <a:ext cx="5181600" cy="79216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6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2578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count = 0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 (count &lt; 9):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'The count is:', count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count = count + 1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"Good bye!"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6019800" cy="715962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The Infinite Loop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52600"/>
            <a:ext cx="8610600" cy="3810000"/>
          </a:xfrm>
        </p:spPr>
        <p:txBody>
          <a:bodyPr/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infinite loop might be useful in client/server programming where the server needs to run continuously so that client programs can communicate with it as and when required.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6934200" cy="7620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40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305800" cy="5715000"/>
          </a:xfrm>
        </p:spPr>
        <p:txBody>
          <a:bodyPr/>
          <a:lstStyle/>
          <a:p>
            <a:endParaRPr lang="en-US" dirty="0" smtClean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/bin/python </a:t>
            </a:r>
          </a:p>
          <a:p>
            <a:r>
              <a:rPr lang="en-US" dirty="0" err="1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var</a:t>
            </a:r>
            <a:r>
              <a:rPr lang="en-US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= 1 </a:t>
            </a:r>
          </a:p>
          <a:p>
            <a:r>
              <a:rPr lang="en-US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while </a:t>
            </a:r>
            <a:r>
              <a:rPr lang="en-US" dirty="0" err="1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var</a:t>
            </a:r>
            <a:r>
              <a:rPr lang="en-US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== 1 : # This constructs an infinite loop </a:t>
            </a:r>
          </a:p>
          <a:p>
            <a:r>
              <a:rPr lang="en-US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num = </a:t>
            </a:r>
            <a:r>
              <a:rPr lang="en-US" dirty="0" err="1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raw_input</a:t>
            </a:r>
            <a:r>
              <a:rPr lang="en-US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("Enter a number :") </a:t>
            </a:r>
          </a:p>
          <a:p>
            <a:r>
              <a:rPr lang="en-US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print "You entered: ", num </a:t>
            </a:r>
          </a:p>
          <a:p>
            <a:r>
              <a:rPr lang="en-US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print "Good bye!" </a:t>
            </a:r>
            <a:endParaRPr lang="en-US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74638"/>
            <a:ext cx="6096000" cy="563562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For Loop </a:t>
            </a:r>
            <a:endParaRPr lang="en-US" sz="32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458200" cy="57912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has the ability to iterate over the items of any sequence, such as a list or a string.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iterating_var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 sequence: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statements(s)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38800" y="2895600"/>
            <a:ext cx="3276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152400"/>
            <a:ext cx="6781800" cy="762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6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534400" cy="5867400"/>
          </a:xfrm>
        </p:spPr>
        <p:txBody>
          <a:bodyPr/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letter in 'Python': # First Example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'Current Letter :', letter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fruits = ['banana', 'apple', 'mango']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fruit in fruits: # Second Example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'Current fruit :', fruit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"Good bye!"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74638"/>
            <a:ext cx="6477000" cy="7921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Nested Loops </a:t>
            </a:r>
            <a:endParaRPr lang="en-US" sz="32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10600" cy="57912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 programming language allows to use one loop inside another loop.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iterating_var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 sequence: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iterating_var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 sequence: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statements(s)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statements(s)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nested while loop </a:t>
            </a:r>
          </a:p>
          <a:p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/>
              <a:t>while expression: </a:t>
            </a:r>
          </a:p>
          <a:p>
            <a:r>
              <a:rPr lang="en-US" sz="2400" dirty="0" smtClean="0"/>
              <a:t>while expression: </a:t>
            </a:r>
          </a:p>
          <a:p>
            <a:r>
              <a:rPr lang="en-US" sz="2400" dirty="0" smtClean="0"/>
              <a:t>statement(s) </a:t>
            </a:r>
          </a:p>
          <a:p>
            <a:r>
              <a:rPr lang="en-US" sz="2400" dirty="0" smtClean="0"/>
              <a:t>statement(s)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6477000" cy="6397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9436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2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 100):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j = 2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while(j &lt;=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/j)):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not(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i%j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): break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j = j + 1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(j &gt;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/j) : 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" is prime"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+ 1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"Good bye!"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152400"/>
            <a:ext cx="6934200" cy="6397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Loop Control Statements </a:t>
            </a:r>
            <a:endParaRPr lang="en-US" sz="28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534400" cy="5943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Loop control statements change execution from its normal sequence. When execution leaves a scope, all automatic objects that were created in that scope are destroyed.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Statements: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break statement 	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continue statement 	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pass statement 	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162800" cy="6397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Break Statement</a:t>
            </a:r>
            <a:endParaRPr lang="en-US" sz="32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791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most common use for break is when some external condition is triggered requiring a hasty exit from a loop.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break statement can be used in both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while and for loops. </a:t>
            </a:r>
          </a:p>
          <a:p>
            <a:endParaRPr lang="en-US" sz="2800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break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2514600"/>
            <a:ext cx="38100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6705600" cy="7159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791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letter in 'Python': # First Example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letter == 'h':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break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'Current Letter :', letter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10 # Second Example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&gt; 0: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'Current variable value :',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-1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== 5: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break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"Good bye!"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74638"/>
            <a:ext cx="6248400" cy="6397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Continue Statement </a:t>
            </a:r>
            <a:endParaRPr lang="en-US" sz="28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continue statement rejects all the remaining statements in the current iteration of the loop and moves the control back to the top of the loop.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continue statement can be used in both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while and for loops. </a:t>
            </a:r>
          </a:p>
          <a:p>
            <a:endParaRPr lang="en-US" sz="2800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continue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3429000"/>
            <a:ext cx="2714625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6934200" cy="6397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458200" cy="57912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letter in 'Python': # First Example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letter == 'h':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continue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'Current Letter :', letter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10 # Second Example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while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&gt; 0: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-1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== 5: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continue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'Current variable value :',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"Good bye!"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152400"/>
            <a:ext cx="6400800" cy="762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Pass Statement</a:t>
            </a:r>
            <a:endParaRPr lang="en-US" sz="36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610600" cy="5867400"/>
          </a:xfrm>
        </p:spPr>
        <p:txBody>
          <a:bodyPr/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pass statement is a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null operation; nothing happens when it executes. </a:t>
            </a:r>
          </a:p>
          <a:p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dirty="0" smtClean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pass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74638"/>
            <a:ext cx="5867400" cy="563562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6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15000"/>
          </a:xfrm>
        </p:spPr>
        <p:txBody>
          <a:bodyPr>
            <a:normAutofit/>
          </a:bodyPr>
          <a:lstStyle/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letter in 'Python':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 letter == 'h':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pass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'This is pass block'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'Current Letter :', letter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"Good bye!"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584</Words>
  <Application>Microsoft Office PowerPoint</Application>
  <PresentationFormat>On-screen Show (4:3)</PresentationFormat>
  <Paragraphs>133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Slide 1</vt:lpstr>
      <vt:lpstr>LOOPS </vt:lpstr>
      <vt:lpstr>While Loop </vt:lpstr>
      <vt:lpstr>Program</vt:lpstr>
      <vt:lpstr>The Infinite Loop</vt:lpstr>
      <vt:lpstr>Program</vt:lpstr>
      <vt:lpstr>For Loop </vt:lpstr>
      <vt:lpstr>Program</vt:lpstr>
      <vt:lpstr>Nested Loops </vt:lpstr>
      <vt:lpstr>Program</vt:lpstr>
      <vt:lpstr>Loop Control Statements </vt:lpstr>
      <vt:lpstr>Break Statement</vt:lpstr>
      <vt:lpstr>Program</vt:lpstr>
      <vt:lpstr>Continue Statement </vt:lpstr>
      <vt:lpstr>Program</vt:lpstr>
      <vt:lpstr>Pass Statement</vt:lpstr>
      <vt:lpstr>Program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 </dc:title>
  <dc:creator>HCT-03</dc:creator>
  <cp:lastModifiedBy>HCT-03</cp:lastModifiedBy>
  <cp:revision>34</cp:revision>
  <dcterms:created xsi:type="dcterms:W3CDTF">2006-08-16T00:00:00Z</dcterms:created>
  <dcterms:modified xsi:type="dcterms:W3CDTF">2017-05-05T05:53:44Z</dcterms:modified>
</cp:coreProperties>
</file>