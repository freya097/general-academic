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9" r:id="rId4"/>
    <p:sldId id="258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1BC38-110E-4F64-A8AB-1BC7BA52A175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C1C07-F5B5-42F8-89BB-2CE9C23943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1"/>
            <a:ext cx="7772400" cy="838199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DECISION MAKING</a:t>
            </a:r>
            <a:endParaRPr lang="en-US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066800"/>
            <a:ext cx="8458200" cy="541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Decision structures evaluate multiple expressions which produce TRUE or FALSE as outcome. 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Python programming language assumes any non-zero and non-null values as TRUE, and if it is either zero or null, then it is assumed as FALSE value.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3429000"/>
            <a:ext cx="2524125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5943600" cy="8382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If Statement 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if statement contains a logical expression using which data is compared and a decision is made based on the result of the comparison.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solidFill>
                  <a:srgbClr val="FF0066"/>
                </a:solidFill>
              </a:rPr>
              <a:t>Syntax </a:t>
            </a:r>
          </a:p>
          <a:p>
            <a:endParaRPr lang="en-US" sz="2800" b="1" dirty="0" smtClean="0">
              <a:solidFill>
                <a:srgbClr val="FF0066"/>
              </a:solidFill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expression: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statement(s)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2743200"/>
            <a:ext cx="3657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5562600" cy="7159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562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 "Please enter a negative number" )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input( "&gt; " ) )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number &gt;= 0: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 "That wasn't negative!" 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 "Thank you!" )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6019800" cy="7921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If…else Statement </a:t>
            </a:r>
            <a:endParaRPr lang="en-US" sz="24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458200" cy="5638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else statement contains the block of code that executes if the conditional expression in the if statement resolves to 0 or a FALSE value.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/>
              <a:t>Syntax </a:t>
            </a:r>
          </a:p>
          <a:p>
            <a:endParaRPr lang="en-US" sz="1600" b="1" dirty="0" smtClean="0"/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syntax of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if...else statement is: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expression: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statement(s)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statement(s)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2286000"/>
            <a:ext cx="2971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5562600" cy="762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print( "Please enter a negative number" )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number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 input( "&gt; " ) )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if number &gt;= 0: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print( "That wasn't negative!"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print( "Thank you!"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# Our next example is a simple if/else if/else statement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print( "Which type of pet do you prefer?"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print( " cats"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print( " dogs" )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# Note how we use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raw_input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to get the input as a string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pet = input( "&gt; 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if pet == "cats":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print( "You chose cats." )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pet == "dogs":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print( "You chose dogs."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print( "That's not one of the choices." 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input( '\n\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nPress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Enter to exit...' 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322</Words>
  <Application>Microsoft Office PowerPoint</Application>
  <PresentationFormat>On-screen Show (4:3)</PresentationFormat>
  <Paragraphs>52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DECISION MAKING</vt:lpstr>
      <vt:lpstr>If Statement </vt:lpstr>
      <vt:lpstr>Program</vt:lpstr>
      <vt:lpstr>If…else Statement 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</dc:title>
  <dc:creator>HCT-03</dc:creator>
  <cp:lastModifiedBy>HCT-03</cp:lastModifiedBy>
  <cp:revision>47</cp:revision>
  <dcterms:created xsi:type="dcterms:W3CDTF">2006-08-16T00:00:00Z</dcterms:created>
  <dcterms:modified xsi:type="dcterms:W3CDTF">2016-08-24T12:41:04Z</dcterms:modified>
</cp:coreProperties>
</file>