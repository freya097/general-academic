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handoutMasterIdLst>
    <p:handoutMasterId r:id="rId26"/>
  </p:handoutMasterIdLst>
  <p:sldIdLst>
    <p:sldId id="256" r:id="rId2"/>
    <p:sldId id="261" r:id="rId3"/>
    <p:sldId id="260" r:id="rId4"/>
    <p:sldId id="259" r:id="rId5"/>
    <p:sldId id="258" r:id="rId6"/>
    <p:sldId id="265" r:id="rId7"/>
    <p:sldId id="266" r:id="rId8"/>
    <p:sldId id="264" r:id="rId9"/>
    <p:sldId id="263" r:id="rId10"/>
    <p:sldId id="262" r:id="rId11"/>
    <p:sldId id="269" r:id="rId12"/>
    <p:sldId id="268" r:id="rId13"/>
    <p:sldId id="267" r:id="rId14"/>
    <p:sldId id="270" r:id="rId15"/>
    <p:sldId id="272" r:id="rId16"/>
    <p:sldId id="271" r:id="rId17"/>
    <p:sldId id="275" r:id="rId18"/>
    <p:sldId id="274" r:id="rId19"/>
    <p:sldId id="273" r:id="rId20"/>
    <p:sldId id="277" r:id="rId21"/>
    <p:sldId id="276" r:id="rId22"/>
    <p:sldId id="278" r:id="rId23"/>
    <p:sldId id="279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4EDC35-3A1B-419E-92C3-B5FA27B66B52}" type="datetimeFigureOut">
              <a:rPr lang="en-US" smtClean="0"/>
              <a:pPr/>
              <a:t>9/7/2016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HCT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E9CC76-ABCD-4E99-B6A0-055549BE436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B0D0F-1A3C-4E92-8651-D33CB5B2FAF8}" type="datetimeFigureOut">
              <a:rPr lang="en-US" smtClean="0"/>
              <a:pPr/>
              <a:t>9/7/2016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HCT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F2E6B6-9924-4B36-9F01-229C79602D9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HCT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9/7/2016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9/7/2016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7000" y="228601"/>
            <a:ext cx="4191000" cy="6096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FILES I/O </a:t>
            </a:r>
            <a:endParaRPr lang="en-US" b="1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1524000"/>
            <a:ext cx="8763000" cy="31242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Python provides two built-in functions to read a line of text from standard input, which by default comes from the keyboard. </a:t>
            </a:r>
          </a:p>
          <a:p>
            <a:endParaRPr lang="en-US" sz="2800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+mj-lt"/>
              <a:buAutoNum type="arabicParenR"/>
            </a:pPr>
            <a:r>
              <a:rPr lang="en-US" sz="28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raw_input</a:t>
            </a:r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input 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39000" y="5029200"/>
            <a:ext cx="1524000" cy="1524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152400"/>
            <a:ext cx="4953000" cy="5334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b="1" dirty="0" err="1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raw_input</a:t>
            </a:r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 Function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15000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raw_input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([prompt]) function reads one line from standard input and returns it as a string (removing the trailing newline).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Program: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raw_input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("Enter your input: ");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"Received input is : ",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str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Output: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Enter your input: Hello Python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Received input is : Hello Python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152400"/>
            <a:ext cx="5791200" cy="5334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Opening and Closing Files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91200"/>
          </a:xfrm>
        </p:spPr>
        <p:txBody>
          <a:bodyPr>
            <a:normAutofit fontScale="925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Reading and writing to the standard input and output.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Python provides basic functions and methods necessary to manipulate files by default.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open Function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This function creates a file object, which would be utilized to call other support methods associated with it.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file object = open(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file_name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[,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access_mode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][, buffering])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152400"/>
            <a:ext cx="5181600" cy="6096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The file Object Attributes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458200" cy="4953000"/>
          </a:xfrm>
        </p:spPr>
        <p:txBody>
          <a:bodyPr/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File is opened and you have one file object, we can get various information related to that file.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file.closed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-  Returns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true if file is closed, false otherwise. 	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file.mode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- Returns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access mode with which file was opened. 	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file.name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- Returns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name of the file.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file.softspace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-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Returns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false if space explicitly required with print, true otherwise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152400"/>
            <a:ext cx="3581400" cy="533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791200"/>
          </a:xfrm>
        </p:spPr>
        <p:txBody>
          <a:bodyPr/>
          <a:lstStyle/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Open a file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open("foo.txt", "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wb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")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"Name of the file: ", fo.name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"Closed or not : ",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fo.closed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"Opening mode : ",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fo.mode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Softspace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flag : ",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fo.softspace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152400"/>
            <a:ext cx="4038600" cy="60960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The close() Method</a:t>
            </a:r>
            <a:endParaRPr lang="en-US" sz="24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6388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close() method of a file object flushes any unwritten information and closes the file object, after which no more writing can be done.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Python automatically closes a file when the reference object of a file is reassigned to another file.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fileObject.close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();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152400"/>
            <a:ext cx="4419600" cy="533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Open a file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open("foo.txt", "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wb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")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"Name of the file: ", fo.name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Close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opend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file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fo.close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152400"/>
            <a:ext cx="5791200" cy="6096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Reading and Writing Files 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file object provides a set of access methods to make our lives easier.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We would see how to use read() and write() methods to read and write files. </a:t>
            </a:r>
          </a:p>
          <a:p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The write() Method </a:t>
            </a:r>
          </a:p>
          <a:p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write() method writes any string to an open file.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is important to note that Python strings can have binary data and not just text.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fileObject.write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(string);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152400"/>
            <a:ext cx="3200400" cy="6096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b="1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124200"/>
          </a:xfrm>
        </p:spPr>
        <p:txBody>
          <a:bodyPr>
            <a:normAutofit/>
          </a:bodyPr>
          <a:lstStyle/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# Open a file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fo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open("foo.txt", "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wb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")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fo.write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 "Python is a great language.\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nYeah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its great!!\n");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# Close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opend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file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fo.close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152400"/>
            <a:ext cx="4267200" cy="7620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The read() Method 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2578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read() method reads a string from an open file.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It is important to note that Python strings can have binary data, apart from text data.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fileObject.read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([count]);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Passed parameter is the number of bytes to be read from the opened file.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0" y="152400"/>
            <a:ext cx="3505200" cy="6096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b="1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221163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Open a file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open("foo.txt", "r+")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fo.read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(10);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"Read String is : ",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Close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opend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file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fo.close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152400"/>
            <a:ext cx="6096000" cy="5334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Renaming and Deleting Files 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57150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Python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os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module provides methods that help you perform file-processing operations, such as renaming and deleting files.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The rename() Method </a:t>
            </a:r>
          </a:p>
          <a:p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rename() method takes two arguments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os.rename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current_file_name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new_file_name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400" b="1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19399"/>
            <a:ext cx="8229600" cy="266700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Rename a file from test1.txt to test2.txt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os.rename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"test1.txt", "test2.txt" 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The remove() Method </a:t>
            </a:r>
            <a:endParaRPr lang="en-US" sz="32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Remove() method to delete files by supplying the name of the file to be deleted as the argument.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os.remove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file_name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600" b="1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19400"/>
            <a:ext cx="7848600" cy="25146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Delete file test2.txt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os.remove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("text2.txt")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152400"/>
            <a:ext cx="5791200" cy="8382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Directories in Python 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3276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All files are contained within various directories, and Python has no problem handling these too.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os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module has several methods that help you create, remove, and change directories.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152400"/>
            <a:ext cx="6019800" cy="7620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b="1" dirty="0" err="1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mkdir</a:t>
            </a:r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() Method 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mkdir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method of 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module to create directories in the current directory.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os.mkdir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newdir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")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200" b="1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1"/>
            <a:ext cx="8229600" cy="28956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Create a directory "test"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os.mkdir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("test")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152400"/>
            <a:ext cx="4953000" cy="6858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3200" b="1" dirty="0" err="1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chdir</a:t>
            </a:r>
            <a:r>
              <a:rPr lang="en-US" sz="32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() Method </a:t>
            </a:r>
            <a:endParaRPr lang="en-US" sz="32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chdir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 method to change the current directory.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chdir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 method takes an argument, which is the name of the directory that you want to make the current directory.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os.chdir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("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newdir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") 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28600"/>
            <a:ext cx="5410200" cy="6858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600" b="1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297180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Unix/Linux Support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Changing a directory to "/home/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newdir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"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os.chdir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("/home/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newdir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")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152400"/>
            <a:ext cx="4191000" cy="6096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3200" b="1" dirty="0" err="1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rmdir</a:t>
            </a:r>
            <a:r>
              <a:rPr lang="en-US" sz="32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() Method </a:t>
            </a:r>
            <a:endParaRPr lang="en-US" sz="32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86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rmdir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 method deletes the directory, which is passed as an argument in the method.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Before removing a directory, all the contents in it should be removed.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os.rmdir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('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dirname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') 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200" b="1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38399"/>
            <a:ext cx="8229600" cy="2438401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Unix/Linux Support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This would remove "/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tmp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/test" directory.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os.rmdir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"/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tmp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/test" 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850294">
            <a:off x="516402" y="2943686"/>
            <a:ext cx="8229600" cy="819912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642</TotalTime>
  <Words>800</Words>
  <Application>Microsoft Office PowerPoint</Application>
  <PresentationFormat>On-screen Show (4:3)</PresentationFormat>
  <Paragraphs>152</Paragraphs>
  <Slides>23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Flow</vt:lpstr>
      <vt:lpstr>FILES I/O </vt:lpstr>
      <vt:lpstr>The raw_input Function</vt:lpstr>
      <vt:lpstr>Opening and Closing Files</vt:lpstr>
      <vt:lpstr>The file Object Attributes</vt:lpstr>
      <vt:lpstr>Program</vt:lpstr>
      <vt:lpstr>The close() Method</vt:lpstr>
      <vt:lpstr>Program</vt:lpstr>
      <vt:lpstr>Reading and Writing Files </vt:lpstr>
      <vt:lpstr>Program</vt:lpstr>
      <vt:lpstr>The read() Method </vt:lpstr>
      <vt:lpstr>Program</vt:lpstr>
      <vt:lpstr>Renaming and Deleting Files </vt:lpstr>
      <vt:lpstr>Program</vt:lpstr>
      <vt:lpstr>The remove() Method </vt:lpstr>
      <vt:lpstr>Program</vt:lpstr>
      <vt:lpstr>Directories in Python </vt:lpstr>
      <vt:lpstr>The mkdir() Method </vt:lpstr>
      <vt:lpstr>Program</vt:lpstr>
      <vt:lpstr>The chdir() Method </vt:lpstr>
      <vt:lpstr>Program</vt:lpstr>
      <vt:lpstr>The rmdir() Method </vt:lpstr>
      <vt:lpstr>Program</vt:lpstr>
      <vt:lpstr>Slide 23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FILES I/O </dc:title>
  <dc:creator>HCT-03</dc:creator>
  <cp:lastModifiedBy>HCT-03</cp:lastModifiedBy>
  <cp:revision>63</cp:revision>
  <dcterms:created xsi:type="dcterms:W3CDTF">2006-08-16T00:00:00Z</dcterms:created>
  <dcterms:modified xsi:type="dcterms:W3CDTF">2016-09-07T12:07:38Z</dcterms:modified>
</cp:coreProperties>
</file>