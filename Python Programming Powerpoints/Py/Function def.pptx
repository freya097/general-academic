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58" r:id="rId6"/>
    <p:sldId id="263" r:id="rId7"/>
    <p:sldId id="262" r:id="rId8"/>
    <p:sldId id="261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743200"/>
            <a:ext cx="6251448" cy="9144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dirty="0" smtClean="0"/>
              <a:t> Function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733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lambda operator or lambda function is a way to create small anonymous functions, i.e. functions without a name.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functions are throw-away functions, i.e. they are just needed where they have been created.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Lambda functions are mainly used in combination with the functions filter(), map() and reduce().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95400"/>
            <a:ext cx="3200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Map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306763"/>
          </a:xfrm>
        </p:spPr>
        <p:txBody>
          <a:bodyPr>
            <a:normAutofit/>
          </a:bodyPr>
          <a:lstStyle/>
          <a:p>
            <a:pPr indent="-339725">
              <a:spcBef>
                <a:spcPts val="700"/>
              </a:spcBef>
              <a:buNone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map(function, iterable, ...)</a:t>
            </a:r>
          </a:p>
          <a:p>
            <a:pPr indent="-339725">
              <a:spcBef>
                <a:spcPts val="700"/>
              </a:spcBef>
              <a:buNone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700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Map applies function to each element of iterable and creates a list of the results</a:t>
            </a:r>
          </a:p>
          <a:p>
            <a:pPr indent="-339725">
              <a:spcBef>
                <a:spcPts val="700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700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Map returns an iterator which can be cast to list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Map Example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71800"/>
            <a:ext cx="8229600" cy="3352800"/>
          </a:xfrm>
        </p:spPr>
        <p:txBody>
          <a:bodyPr>
            <a:normAutofit/>
          </a:bodyPr>
          <a:lstStyle/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endParaRPr lang="en-US" sz="2400" dirty="0" smtClean="0">
              <a:solidFill>
                <a:srgbClr val="000000"/>
              </a:solidFill>
              <a:latin typeface="Times New Roman" pitchFamily="18" charset="0"/>
              <a:ea typeface="ヒラギノ角ゴ Pro W3" charset="0"/>
              <a:cs typeface="Times New Roman" pitchFamily="18" charset="0"/>
            </a:endParaRP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nums = [0, 4, 7, 2, 1, 0 , 9 , 3, 5, 6, 8, 0, 3]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endParaRPr lang="en-US" sz="2400" dirty="0" smtClean="0">
              <a:solidFill>
                <a:srgbClr val="000000"/>
              </a:solidFill>
              <a:latin typeface="Times New Roman" pitchFamily="18" charset="0"/>
              <a:ea typeface="ヒラギノ角ゴ Pro W3" charset="0"/>
              <a:cs typeface="Times New Roman" pitchFamily="18" charset="0"/>
            </a:endParaRP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nums = list(map(lambda x : x % 5, nums))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endParaRPr lang="en-US" sz="2400" dirty="0" smtClean="0">
              <a:solidFill>
                <a:srgbClr val="000000"/>
              </a:solidFill>
              <a:latin typeface="Times New Roman" pitchFamily="18" charset="0"/>
              <a:ea typeface="ヒラギノ角ゴ Pro W3" charset="0"/>
              <a:cs typeface="Times New Roman" pitchFamily="18" charset="0"/>
            </a:endParaRP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print(</a:t>
            </a:r>
            <a:r>
              <a:rPr lang="en-US" sz="2400" dirty="0" err="1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nums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)      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400" dirty="0" smtClean="0">
                <a:solidFill>
                  <a:srgbClr val="008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#[0, 4, 2, 2, 1, 0, 4, 3, 0, 1, 3, 0, 3]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Filter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indent="-339725">
              <a:spcBef>
                <a:spcPts val="700"/>
              </a:spcBef>
              <a:buNone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filter(function, iterable)</a:t>
            </a:r>
          </a:p>
          <a:p>
            <a:pPr indent="-339725">
              <a:spcBef>
                <a:spcPts val="625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filter runs through each element of iterable (any iterable object such as a List or another collection)</a:t>
            </a:r>
          </a:p>
          <a:p>
            <a:pPr indent="-339725">
              <a:spcBef>
                <a:spcPts val="625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625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 applies function to each element of iterable</a:t>
            </a:r>
          </a:p>
          <a:p>
            <a:pPr indent="-339725">
              <a:spcBef>
                <a:spcPts val="625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625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function returns True for that element then the element is put into a List </a:t>
            </a:r>
          </a:p>
          <a:p>
            <a:pPr indent="-339725">
              <a:spcBef>
                <a:spcPts val="625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625"/>
              </a:spcBef>
              <a:buFont typeface="Tahoma" charset="0"/>
              <a:buChar char="•"/>
              <a:tabLst>
                <a:tab pos="342900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  <a:tab pos="10056813" algn="l"/>
                <a:tab pos="10514013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 python 3, filter returns an iterator which must be cast to type list with list()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9200"/>
            <a:ext cx="4114800" cy="4572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Filter Example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544763"/>
          </a:xfrm>
        </p:spPr>
        <p:txBody>
          <a:bodyPr>
            <a:normAutofit/>
          </a:bodyPr>
          <a:lstStyle/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nums = [0, 4, 7, 2, 1, 0 , 9 , 3, 5, 6, 8, 0, 3]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endParaRPr lang="en-US" sz="2800" dirty="0" smtClean="0">
              <a:solidFill>
                <a:srgbClr val="000000"/>
              </a:solidFill>
              <a:latin typeface="Times New Roman" pitchFamily="18" charset="0"/>
              <a:ea typeface="ヒラギノ角ゴ Pro W3" charset="0"/>
              <a:cs typeface="Times New Roman" pitchFamily="18" charset="0"/>
            </a:endParaRP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nums = list(filter(lambda x : x != 0, nums))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endParaRPr lang="en-US" sz="2800" dirty="0" smtClean="0">
              <a:solidFill>
                <a:srgbClr val="000000"/>
              </a:solidFill>
              <a:latin typeface="Times New Roman" pitchFamily="18" charset="0"/>
              <a:ea typeface="ヒラギノ角ゴ Pro W3" charset="0"/>
              <a:cs typeface="Times New Roman" pitchFamily="18" charset="0"/>
            </a:endParaRP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print(</a:t>
            </a:r>
            <a:r>
              <a:rPr lang="en-US" sz="2800" dirty="0" err="1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nums</a:t>
            </a: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)      </a:t>
            </a:r>
            <a:r>
              <a:rPr lang="en-US" sz="2800" dirty="0" smtClean="0">
                <a:solidFill>
                  <a:srgbClr val="008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#[4, 7, 2, 1, 9, 3, 5, 6, 8, 3]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3505200" cy="411162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Reduce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10000"/>
          </a:bodyPr>
          <a:lstStyle/>
          <a:p>
            <a:pPr indent="-339725">
              <a:spcBef>
                <a:spcPts val="700"/>
              </a:spcBef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reduce(function, iterable[,initializer])</a:t>
            </a:r>
          </a:p>
          <a:p>
            <a:pPr indent="-339725">
              <a:spcBef>
                <a:spcPts val="700"/>
              </a:spcBef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28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600"/>
              </a:spcBef>
              <a:buFont typeface="Tahoma" charset="0"/>
              <a:buChar char="•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Reduce will apply function to each element in iterable along with the sum so far and create a cumulative sum of the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results</a:t>
            </a:r>
          </a:p>
          <a:p>
            <a:pPr indent="-339725">
              <a:spcBef>
                <a:spcPts val="600"/>
              </a:spcBef>
              <a:buFont typeface="Tahoma" charset="0"/>
              <a:buChar char="•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600"/>
              </a:spcBef>
              <a:buFont typeface="Tahoma" charset="0"/>
              <a:buChar char="•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 must take two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parameters</a:t>
            </a:r>
          </a:p>
          <a:p>
            <a:pPr indent="-339725">
              <a:spcBef>
                <a:spcPts val="600"/>
              </a:spcBef>
              <a:buFont typeface="Tahoma" charset="0"/>
              <a:buChar char="•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600"/>
              </a:spcBef>
              <a:buFont typeface="Tahoma" charset="0"/>
              <a:buChar char="•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initializer is provided, initializer will stand as the first argument in the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sum</a:t>
            </a:r>
          </a:p>
          <a:p>
            <a:pPr indent="-339725">
              <a:spcBef>
                <a:spcPts val="600"/>
              </a:spcBef>
              <a:buFont typeface="Tahoma" charset="0"/>
              <a:buChar char="•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-339725">
              <a:spcBef>
                <a:spcPts val="600"/>
              </a:spcBef>
              <a:buFont typeface="Tahoma" charset="0"/>
              <a:buChar char="•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Unfortunately in python 3 reduce() requires an import statement</a:t>
            </a:r>
          </a:p>
          <a:p>
            <a:pPr marL="739775" lvl="1" indent="-282575">
              <a:spcBef>
                <a:spcPts val="600"/>
              </a:spcBef>
              <a:buFont typeface="Arial" charset="0"/>
              <a:buChar char="•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from functools import reduce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600200"/>
            <a:ext cx="4191000" cy="627888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Reduce Example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733800"/>
            <a:ext cx="8229600" cy="2590800"/>
          </a:xfrm>
        </p:spPr>
        <p:txBody>
          <a:bodyPr>
            <a:normAutofit/>
          </a:bodyPr>
          <a:lstStyle/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product = 1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list = [1, 2, 3, 4]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for num in list: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    product = product * num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from functools import reduce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product = reduce((lambda x, y: x * y), [1, 2, 3, 4])</a:t>
            </a:r>
          </a:p>
          <a:p>
            <a:pPr marL="106363" lvl="0" indent="0" defTabSz="457200" fontAlgn="base">
              <a:lnSpc>
                <a:spcPct val="77000"/>
              </a:lnSpc>
              <a:spcBef>
                <a:spcPts val="450"/>
              </a:spcBef>
              <a:spcAft>
                <a:spcPct val="0"/>
              </a:spcAft>
              <a:buSzPct val="100000"/>
              <a:buNone/>
              <a:tabLst>
                <a:tab pos="106363" algn="l"/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ea typeface="ヒラギノ角ゴ Pro W3" charset="0"/>
                <a:cs typeface="Times New Roman" pitchFamily="18" charset="0"/>
              </a:rPr>
              <a:t>print (product)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838200"/>
            <a:ext cx="2514600" cy="457200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Iterators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70037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iterator objects are required to support two methods while following the iterator protocol.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__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iter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__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returns the iterator object itself. This is used in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statements.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__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__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method returns the next value from the iterator. If there is no more items to return then it should raise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StopIteration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exception.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 fontScale="47500" lnSpcReduction="20000"/>
          </a:bodyPr>
          <a:lstStyle/>
          <a:p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class Counter(object):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def __init__(self, low, high):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self.current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= low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self.high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= high</a:t>
            </a:r>
          </a:p>
          <a:p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def __iter__(self):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'Returns itself as an iterator object'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return self</a:t>
            </a:r>
          </a:p>
          <a:p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def __next__(self):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'Returns the next value till current is lower than high'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if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self.current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self.high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    raise StopIteration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else: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self.current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+= 1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        return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self.current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- 1</a:t>
            </a:r>
          </a:p>
          <a:p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c = Counter(5,10)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in c:</a:t>
            </a:r>
          </a:p>
          <a:p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sz="3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, end=' ')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2895600" cy="704088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Generators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167640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Python generators. They were introduced in Python 2.3. It is an easier way to create iterators using a keyword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yield</a:t>
            </a:r>
            <a:r>
              <a:rPr 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from a function.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25908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 </a:t>
            </a:r>
            <a:r>
              <a:rPr lang="en-US" dirty="0" err="1" smtClean="0"/>
              <a:t>infinite_generator</a:t>
            </a:r>
            <a:r>
              <a:rPr lang="en-US" dirty="0" smtClean="0"/>
              <a:t>(start=0):</a:t>
            </a:r>
          </a:p>
          <a:p>
            <a:r>
              <a:rPr lang="en-US" dirty="0" smtClean="0"/>
              <a:t>     while True:</a:t>
            </a:r>
          </a:p>
          <a:p>
            <a:r>
              <a:rPr lang="en-US" dirty="0" smtClean="0"/>
              <a:t>         yield start</a:t>
            </a:r>
          </a:p>
          <a:p>
            <a:r>
              <a:rPr lang="en-US" dirty="0" smtClean="0"/>
              <a:t>         start += 1</a:t>
            </a:r>
          </a:p>
          <a:p>
            <a:r>
              <a:rPr lang="en-US" dirty="0" smtClean="0"/>
              <a:t>for num in </a:t>
            </a:r>
            <a:r>
              <a:rPr lang="en-US" dirty="0" err="1" smtClean="0"/>
              <a:t>infinite_generator</a:t>
            </a:r>
            <a:r>
              <a:rPr lang="en-US" dirty="0" smtClean="0"/>
              <a:t>(4):</a:t>
            </a:r>
          </a:p>
          <a:p>
            <a:r>
              <a:rPr lang="en-US" dirty="0" smtClean="0"/>
              <a:t>     print(num, end=' ')</a:t>
            </a:r>
          </a:p>
          <a:p>
            <a:r>
              <a:rPr lang="en-US" dirty="0" smtClean="0"/>
              <a:t>     if num &gt; 20:</a:t>
            </a:r>
          </a:p>
          <a:p>
            <a:r>
              <a:rPr lang="en-US" dirty="0" smtClean="0"/>
              <a:t>         break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81</TotalTime>
  <Words>632</Words>
  <Application>Microsoft Office PowerPoint</Application>
  <PresentationFormat>On-screen Show (4:3)</PresentationFormat>
  <Paragraphs>93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Lambda Function</vt:lpstr>
      <vt:lpstr>Slide 2</vt:lpstr>
      <vt:lpstr>Map</vt:lpstr>
      <vt:lpstr>Map Example</vt:lpstr>
      <vt:lpstr>Filter</vt:lpstr>
      <vt:lpstr>Filter Example</vt:lpstr>
      <vt:lpstr>Reduce</vt:lpstr>
      <vt:lpstr>Reduce Example</vt:lpstr>
      <vt:lpstr>Iterators</vt:lpstr>
      <vt:lpstr>Program</vt:lpstr>
      <vt:lpstr>Generators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Function</dc:title>
  <dc:creator>Делл</dc:creator>
  <cp:lastModifiedBy>HCT</cp:lastModifiedBy>
  <cp:revision>16</cp:revision>
  <dcterms:created xsi:type="dcterms:W3CDTF">2006-08-16T00:00:00Z</dcterms:created>
  <dcterms:modified xsi:type="dcterms:W3CDTF">2017-12-07T11:52:46Z</dcterms:modified>
</cp:coreProperties>
</file>