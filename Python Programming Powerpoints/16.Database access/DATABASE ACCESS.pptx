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62" r:id="rId5"/>
    <p:sldId id="261" r:id="rId6"/>
    <p:sldId id="260" r:id="rId7"/>
    <p:sldId id="259" r:id="rId8"/>
    <p:sldId id="258" r:id="rId9"/>
    <p:sldId id="266" r:id="rId10"/>
    <p:sldId id="273" r:id="rId11"/>
    <p:sldId id="272" r:id="rId12"/>
    <p:sldId id="271" r:id="rId13"/>
    <p:sldId id="270" r:id="rId14"/>
    <p:sldId id="269" r:id="rId15"/>
    <p:sldId id="268" r:id="rId16"/>
    <p:sldId id="267" r:id="rId17"/>
    <p:sldId id="257" r:id="rId18"/>
    <p:sldId id="265" r:id="rId19"/>
    <p:sldId id="275" r:id="rId20"/>
    <p:sldId id="274" r:id="rId21"/>
    <p:sldId id="277" r:id="rId22"/>
    <p:sldId id="276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2600" y="381000"/>
            <a:ext cx="5974758" cy="530468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DATABASE </a:t>
            </a:r>
            <a:r>
              <a:rPr lang="en-US" sz="3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ACCESS 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143000"/>
            <a:ext cx="8458200" cy="5486400"/>
          </a:xfrm>
        </p:spPr>
        <p:txBody>
          <a:bodyPr>
            <a:normAutofit fontScale="70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Python standard for database interfaces is the Python DB-API. Most Python database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interfaces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adhere to this standard.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Python Database API supports a wide range of database servers such as: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GadFly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mSQL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Microsoft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SQL Server 2000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Informix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Interbase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Oracle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Sybase 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DB API provides a minimal standard for working with databases using Python structures and syntax wherever possible. This API includes the following: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API module.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Acquiring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connection with the database.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Issuing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SQL statements and stored procedures.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Closing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connection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152400"/>
            <a:ext cx="3810000" cy="6096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What is </a:t>
            </a:r>
            <a:r>
              <a:rPr lang="en-US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an interface for connecting to 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database server from Python. It implements the Python Database API v2.0 and is built on top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 API.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How do I Install </a:t>
            </a:r>
            <a:r>
              <a:rPr lang="en-US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endParaRPr lang="en-US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install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module, download it from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Download page and proceed as follows: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50292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Database Connection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5943600"/>
          </a:xfrm>
        </p:spPr>
        <p:txBody>
          <a:bodyPr>
            <a:normAutofit fontScale="92500"/>
          </a:bodyPr>
          <a:lstStyle/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Before connecting to a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database, make sure of the followings: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You have created a database TESTDB.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You have created a table EMPLOYEE in TESTDB.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This table has fields FIRST_NAME, LAST_NAME, AGE, SEX and INCOME.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User ID "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testuser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" and password "test123" are set to access TESTDB.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Python module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is installed properly on your machine.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have gone through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tutorial to understand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Basics.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37338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Open database connection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db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MySQLdb.connect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("localhost","testuser","test123","TESTDB"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prepare a cursor object using cursor() method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cursor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db.cursor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execute SQL query using execute() method.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cursor.execute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("SELECT VERSION()")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Fetch a single row using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fetchone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method.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cursor.fetchone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print "Database version : %s " % data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disconnect from server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db.close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152400"/>
            <a:ext cx="3048000" cy="609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While running this script, it is producing the following result in my Linux machine.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Database version : 5.0.45 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58674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Creating Database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Table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/>
          <a:lstStyle/>
          <a:p>
            <a:r>
              <a:rPr lang="en-US" dirty="0" smtClean="0"/>
              <a:t>Once a database connection is established, we are ready to create tables or records into the database tables using </a:t>
            </a:r>
            <a:r>
              <a:rPr lang="en-US" b="1" dirty="0" smtClean="0"/>
              <a:t>execute method of the created cursor.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228600"/>
            <a:ext cx="35814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5791200"/>
          </a:xfrm>
        </p:spPr>
        <p:txBody>
          <a:bodyPr>
            <a:noAutofit/>
          </a:bodyPr>
          <a:lstStyle/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# Open database connection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db =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MySQLdb.connect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("localhost","testuser","test123","TESTDB" )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# prepare a cursor object using cursor() method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cursor = 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db.cursor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# Drop table if it already exist using execute() method. </a:t>
            </a:r>
          </a:p>
          <a:p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cursor.execute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("DROP TABLE IF EXISTS EMPLOYEE")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# Create table as per requirement </a:t>
            </a:r>
          </a:p>
          <a:p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= """CREATE TABLE EMPLOYEE (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FIRST_NAME CHAR(20) NOT NULL,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LAST_NAME CHAR(20),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AGE INT, SEX CHAR(1),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INCOME FLOAT )""" </a:t>
            </a:r>
          </a:p>
          <a:p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cursor.execute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# disconnect from server </a:t>
            </a:r>
          </a:p>
          <a:p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db.close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sz="1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6781800" cy="12192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INSERT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Operation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362200"/>
            <a:ext cx="8610600" cy="4267200"/>
          </a:xfrm>
        </p:spPr>
        <p:txBody>
          <a:bodyPr/>
          <a:lstStyle/>
          <a:p>
            <a:r>
              <a:rPr lang="en-US" dirty="0" smtClean="0"/>
              <a:t>It is required when you want to create your records into a database table.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5638800" cy="609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Open database connection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db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MySQLdb.connect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("localhost","testuser","test123","TESTDB"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prepare a cursor object using cursor() method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cursor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db.cursor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Prepare SQL query to INSERT a record into the database.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"""INSERT INTO EMPLOYEE(FIRST_NAME,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LAST_NAME, AGE, SEX, INCOME)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VALUES ('Mac', 'Mohan', 20, 'M', 2000)"""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Execute the SQL command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cursor.execute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Commit your changes in the database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db.commit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Rollback in case there is any error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db.rollback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disconnect from server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db.close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52400"/>
            <a:ext cx="4343400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READ Operation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458200" cy="5943600"/>
          </a:xfrm>
        </p:spPr>
        <p:txBody>
          <a:bodyPr>
            <a:normAutofit fontScale="925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READ Operation on any database means to fetch some useful information from the database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fetchone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(): It fetches the next row of a query result set. A result set is an object that is returned when a cursor object is used to query a table.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fetchall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(): It fetches all the rows in a result set. If some rows have already been extracted from the result set, then it retrieves the remaining rows from the result set. 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rowcount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This is a read-only attribute and returns the number of rows that were affected by an execute() method.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28600"/>
            <a:ext cx="50292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762000"/>
            <a:ext cx="8534400" cy="5943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Open database connection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db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MySQLdb.connect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("localhost","testuser","test123","TESTDB" 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prepare a cursor object using cursor() method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cursor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db.cursor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Prepare SQL query to INSERT a record into the database.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"SELECT * FROM EMPLOYEE \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WHERE INCOME &gt; '%d'" % (1000)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 Execute the SQL command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cursor.execute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 Fetch all the rows in a list of lists.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results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cursor.fetchall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for row in results: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row[0]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row[1]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age = row[2]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sex = row[3]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income = row[4]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 Now print fetched result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"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=%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s,lname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=%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s,age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=%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d,sex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=%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s,income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=%d" % \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age, sex, income )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except: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print "Error: unable to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fecth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data"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# disconnect from server 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db.close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Output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00400"/>
            <a:ext cx="8229600" cy="2925763"/>
          </a:xfrm>
        </p:spPr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=Mac,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=Mohan, age=20, sex=M, income=2000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7244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Update Operation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667000"/>
            <a:ext cx="8610600" cy="2438400"/>
          </a:xfrm>
        </p:spPr>
        <p:txBody>
          <a:bodyPr/>
          <a:lstStyle/>
          <a:p>
            <a:r>
              <a:rPr lang="en-US" dirty="0" smtClean="0"/>
              <a:t>UPDATE Operation on any database means to update one or more records, which are already available in the database. 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400"/>
            <a:ext cx="4572000" cy="381000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0"/>
            <a:ext cx="8610600" cy="58674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Open database connection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db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MySQLdb.connect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("localhost","testuser","test123","TESTDB"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prepare a cursor object using cursor() method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cursor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db.cursor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Prepare SQL query to UPDATE required records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"UPDATE EMPLOYEE SET AGE = AGE + 1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WHERE SEX = '%c'" % ('M')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Execute the SQL command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cursor.execute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Commit your changes in the database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db.commit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Rollback in case there is any error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db.rollback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disconnect from server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db.close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838200"/>
            <a:ext cx="3962400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DELETE Operation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057400"/>
            <a:ext cx="8763000" cy="4572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DELETE operation is required when you want to delete some records from your database.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the procedure to delete all the records from EMPLOYEE where AGE is more than 20: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152400"/>
            <a:ext cx="3886200" cy="457200"/>
          </a:xfrm>
        </p:spPr>
        <p:txBody>
          <a:bodyPr>
            <a:normAutofit fontScale="9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610600" cy="59436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#!/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/bin/python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import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Open database connection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db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MySQLdb.connect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("localhost","testuser","test123","TESTDB" 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prepare a cursor object using cursor() method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cursor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db.cursor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Prepare SQL query to DELETE required records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"DELETE FROM EMPLOYEE WHERE AGE &gt; '%d'" % (20)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Execute the SQL command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cursor.execute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Commit your changes in the database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db.commit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Rollback in case there is any error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db.rollback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disconnect from server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db.close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28600"/>
            <a:ext cx="5181600" cy="533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Performing Transactions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Transactions are a mechanism that ensures data consistency. 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Atomicity: Either a transaction completes or nothing happens at all.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Consistency: A transaction must start in a consistent state and leave the system in a consistent state.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Isolation: Intermediate results of a transaction are not visible outside the current transaction.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4. Durability: Once a transaction was committed, the effects are persistent, even after a system failure. 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52400"/>
            <a:ext cx="4724400" cy="533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09600"/>
            <a:ext cx="8458200" cy="6019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Prepare SQL query to DELETE required records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"DELETE FROM EMPLOYEE WHERE AGE &gt; '%d'" % (20)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Execute the SQL command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cursor.execute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Commit your changes in the database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db.commit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except: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Rollback in case there is any error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db.rollback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COMMIT Operation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Commit is the operation, which gives a green signal to database to finalize the changes, and after this operation, no change can be reverted back.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is a simple example to call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commit method.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db.commit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ROLLBACK Operation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are not satisfied with one or more of the changes and you want to revert back those changes completely, then use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rollback() method.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is a simple example to call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rollback() method.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db.rollback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Disconnecting Database 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disconnect Database connection, use close() method.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db.close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1365</Words>
  <Application>Microsoft Office PowerPoint</Application>
  <PresentationFormat>On-screen Show (4:3)</PresentationFormat>
  <Paragraphs>219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DATABASE ACCESS </vt:lpstr>
      <vt:lpstr>Slide 2</vt:lpstr>
      <vt:lpstr>What is MySQLdb? </vt:lpstr>
      <vt:lpstr>Database Connection </vt:lpstr>
      <vt:lpstr>Program</vt:lpstr>
      <vt:lpstr>Program</vt:lpstr>
      <vt:lpstr>Creating Database Table</vt:lpstr>
      <vt:lpstr>Program</vt:lpstr>
      <vt:lpstr>INSERT Operation</vt:lpstr>
      <vt:lpstr>Program</vt:lpstr>
      <vt:lpstr>READ Operation </vt:lpstr>
      <vt:lpstr>Program</vt:lpstr>
      <vt:lpstr>Slide 13</vt:lpstr>
      <vt:lpstr>Output</vt:lpstr>
      <vt:lpstr>Update Operation </vt:lpstr>
      <vt:lpstr>Program</vt:lpstr>
      <vt:lpstr>DELETE Operation </vt:lpstr>
      <vt:lpstr>Program</vt:lpstr>
      <vt:lpstr>Performing Transactions </vt:lpstr>
      <vt:lpstr>Program</vt:lpstr>
      <vt:lpstr>COMMIT Operation </vt:lpstr>
      <vt:lpstr>ROLLBACK Operation </vt:lpstr>
      <vt:lpstr>Slide 23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ACCESS </dc:title>
  <dc:creator>HCT-03</dc:creator>
  <cp:lastModifiedBy>HCT-03</cp:lastModifiedBy>
  <cp:revision>23</cp:revision>
  <dcterms:created xsi:type="dcterms:W3CDTF">2006-08-16T00:00:00Z</dcterms:created>
  <dcterms:modified xsi:type="dcterms:W3CDTF">2017-05-02T13:24:40Z</dcterms:modified>
</cp:coreProperties>
</file>