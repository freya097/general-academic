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1"/>
  </p:notesMasterIdLst>
  <p:sldIdLst>
    <p:sldId id="256" r:id="rId2"/>
    <p:sldId id="261" r:id="rId3"/>
    <p:sldId id="260" r:id="rId4"/>
    <p:sldId id="259" r:id="rId5"/>
    <p:sldId id="258" r:id="rId6"/>
    <p:sldId id="257" r:id="rId7"/>
    <p:sldId id="264" r:id="rId8"/>
    <p:sldId id="263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397" autoAdjust="0"/>
    <p:restoredTop sz="94660"/>
  </p:normalViewPr>
  <p:slideViewPr>
    <p:cSldViewPr>
      <p:cViewPr varScale="1">
        <p:scale>
          <a:sx n="68" d="100"/>
          <a:sy n="68" d="100"/>
        </p:scale>
        <p:origin x="-14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5500B2-07DC-4D46-BFE4-0CA531A19814}" type="datetimeFigureOut">
              <a:rPr lang="en-US" smtClean="0"/>
              <a:t>9/15/2016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A48B9-0D51-44C2-BA84-720A06228EC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CA48B9-0D51-44C2-BA84-720A06228ECD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CA48B9-0D51-44C2-BA84-720A06228ECD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9/15/2016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0" y="152400"/>
            <a:ext cx="4724400" cy="6858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MODULES</a:t>
            </a:r>
            <a:r>
              <a:rPr lang="en-US" sz="36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36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066800"/>
            <a:ext cx="8610600" cy="54102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module allows you to logically organize your Python code. </a:t>
            </a:r>
          </a:p>
          <a:p>
            <a:pPr>
              <a:buFont typeface="Wingdings" pitchFamily="2" charset="2"/>
              <a:buChar char="v"/>
            </a:pPr>
            <a:endParaRPr lang="en-US" sz="11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Grouping related code into a module makes the code easier to understand and use. </a:t>
            </a:r>
          </a:p>
          <a:p>
            <a:pPr>
              <a:buFont typeface="Wingdings" pitchFamily="2" charset="2"/>
              <a:buChar char="v"/>
            </a:pPr>
            <a:endParaRPr lang="en-US" sz="1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module is a Python object with arbitrarily named attributes that you can bind and reference. </a:t>
            </a:r>
          </a:p>
          <a:p>
            <a:pPr>
              <a:buFont typeface="Wingdings" pitchFamily="2" charset="2"/>
              <a:buChar char="v"/>
            </a:pPr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module can define functions, classes and variables. </a:t>
            </a:r>
          </a:p>
          <a:p>
            <a:pPr>
              <a:buFont typeface="Wingdings" pitchFamily="2" charset="2"/>
              <a:buChar char="v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module can also include runnable code. </a:t>
            </a: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90600"/>
            <a:ext cx="3733800" cy="533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 Examples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3733800"/>
          </a:xfrm>
        </p:spPr>
        <p:txBody>
          <a:bodyPr/>
          <a:lstStyle/>
          <a:p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dirty="0" smtClean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print_func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par 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"Hello : ", par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152400"/>
            <a:ext cx="4953000" cy="685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The import Statement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763000" cy="5486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Any Python source file as a module by executing an import statement in some other Python source file. </a:t>
            </a:r>
          </a:p>
          <a:p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import has the following syntax: </a:t>
            </a:r>
          </a:p>
          <a:p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import module1[,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module2][,...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moduleN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]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When the interpreter encounters an import statement, it imports the module if the module is present in the search path.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search path is a list of directories that the interpreter searches before importing a module.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228600"/>
            <a:ext cx="4953000" cy="6096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2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981200"/>
            <a:ext cx="6477000" cy="2514600"/>
          </a:xfrm>
        </p:spPr>
        <p:txBody>
          <a:bodyPr>
            <a:normAutofit/>
          </a:bodyPr>
          <a:lstStyle/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def 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someusefulfunction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():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pass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"My name is", __name__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52400"/>
            <a:ext cx="5791200" cy="6096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The PYTHONPATH Variable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382000" cy="5410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 PYTHONPATH  is an environment variable, consisting of a list of directories.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 syntax  of  PYTHONPATH is the same as that of the shell variable  PATH.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PYTHONPATH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from  a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Windows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system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PYTHONPATH=c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:\python20\lib;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PYTHONPATH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from  a  UNIX  system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PYTHONPATH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=/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/local/lib/python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52400"/>
            <a:ext cx="5486400" cy="5334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Namespaces and Scoping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610600" cy="54102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Variables are names (identifiers) that map to objects.</a:t>
            </a:r>
          </a:p>
          <a:p>
            <a:pPr>
              <a:buFont typeface="Wingdings" pitchFamily="2" charset="2"/>
              <a:buChar char="Ø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namespace is a dictionary of variable names (keys) and their corresponding objects (values).</a:t>
            </a:r>
          </a:p>
          <a:p>
            <a:pPr>
              <a:buFont typeface="Wingdings" pitchFamily="2" charset="2"/>
              <a:buChar char="Ø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Python statement can access variables in a local namespace and in the global namespace.</a:t>
            </a:r>
          </a:p>
          <a:p>
            <a:pPr>
              <a:buFont typeface="Wingdings" pitchFamily="2" charset="2"/>
              <a:buChar char="Ø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Python makes educated guesses on whether variables are local or global.</a:t>
            </a:r>
          </a:p>
          <a:p>
            <a:pPr>
              <a:buFont typeface="Wingdings" pitchFamily="2" charset="2"/>
              <a:buChar char="Ø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Assumes that any variable assigned a value in a function is local.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152400"/>
            <a:ext cx="3124200" cy="533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219200"/>
            <a:ext cx="7391400" cy="4953000"/>
          </a:xfrm>
        </p:spPr>
        <p:txBody>
          <a:bodyPr>
            <a:normAutofit/>
          </a:bodyPr>
          <a:lstStyle/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Money =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2000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AddMoney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():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# Uncomment the following line to fix the code: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# global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Money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SMoney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= Money +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Money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AddMoney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Money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152400"/>
            <a:ext cx="4267200" cy="5334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The dir( ) Function 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905000"/>
            <a:ext cx="8458200" cy="26670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dir() built-in function returns a sorted list of strings containing the names defined by a module.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list contains the names of all the modules, variables and functions that are defined in a module.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152400"/>
            <a:ext cx="4343400" cy="6858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200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752600"/>
            <a:ext cx="6248400" cy="3200401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# Import built-in module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math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math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content = dir(math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print content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638</TotalTime>
  <Words>384</Words>
  <Application>Microsoft Office PowerPoint</Application>
  <PresentationFormat>On-screen Show (4:3)</PresentationFormat>
  <Paragraphs>73</Paragraphs>
  <Slides>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Flow</vt:lpstr>
      <vt:lpstr>MODULES </vt:lpstr>
      <vt:lpstr> Examples</vt:lpstr>
      <vt:lpstr>The import Statement</vt:lpstr>
      <vt:lpstr>Program</vt:lpstr>
      <vt:lpstr>The PYTHONPATH Variable</vt:lpstr>
      <vt:lpstr>Namespaces and Scoping</vt:lpstr>
      <vt:lpstr>Program</vt:lpstr>
      <vt:lpstr>The dir( ) Function </vt:lpstr>
      <vt:lpstr>Program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HCT-03</dc:creator>
  <cp:lastModifiedBy>HCT-03</cp:lastModifiedBy>
  <cp:revision>63</cp:revision>
  <dcterms:created xsi:type="dcterms:W3CDTF">2006-08-16T00:00:00Z</dcterms:created>
  <dcterms:modified xsi:type="dcterms:W3CDTF">2016-09-15T11:29:51Z</dcterms:modified>
</cp:coreProperties>
</file>