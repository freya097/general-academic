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1" r:id="rId4"/>
    <p:sldId id="260" r:id="rId5"/>
    <p:sldId id="259" r:id="rId6"/>
    <p:sldId id="258" r:id="rId7"/>
    <p:sldId id="257" r:id="rId8"/>
    <p:sldId id="266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2400"/>
            <a:ext cx="6096000" cy="533401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NETWORK </a:t>
            </a:r>
            <a:r>
              <a:rPr lang="en-US" sz="2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PROGRAMMING </a:t>
            </a:r>
            <a:endParaRPr lang="en-US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133600"/>
            <a:ext cx="8534400" cy="365760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provides two levels of access to network services.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also has libraries that provide higher-level access to specific application-level network protocols, such as FTP, HTTP, and so on.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5257800" cy="609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Sockets? 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638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Sockets are the endpoints of a bidirectional communications channel.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Sockets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may communicate within a process, between processes on the same machine, or between processes on different continents.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socket library provides specific classes for handling the common transports as well as a generic interface for handling the rest.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5720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socket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Module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create a socket, you must use 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socket.socket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function available in socket module, which has the general syntax: </a:t>
            </a:r>
          </a:p>
          <a:p>
            <a:r>
              <a:rPr lang="sv-SE" sz="2800" dirty="0" smtClean="0">
                <a:latin typeface="Times New Roman" pitchFamily="18" charset="0"/>
                <a:cs typeface="Times New Roman" pitchFamily="18" charset="0"/>
              </a:rPr>
              <a:t>s = socket.socket (socket_family, socket_type, protocol=0) </a:t>
            </a:r>
            <a:endParaRPr lang="sv-SE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sv-SE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description of the parameters: </a:t>
            </a:r>
            <a:endParaRPr 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socket_family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This is either AF_UNIX or AF_INET, as explained earlier.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socket_type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This is either SOCK_STREAM or SOCK_DGRAM.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This is usually left out, defaulting to 0.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54102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General Socket Methods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" y="1600200"/>
          <a:ext cx="8610600" cy="3897681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4305300"/>
                <a:gridCol w="4305300"/>
              </a:tblGrid>
              <a:tr h="7682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Method 	</a:t>
                      </a:r>
                      <a:endParaRPr lang="en-US" sz="18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Description 	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5281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s.recv</a:t>
                      </a:r>
                      <a:r>
                        <a:rPr lang="en-US" sz="1800" kern="1200" baseline="0" dirty="0" smtClean="0"/>
                        <a:t>()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This method receives TCP message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085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s.send</a:t>
                      </a:r>
                      <a:r>
                        <a:rPr lang="en-US" sz="1800" kern="1200" baseline="0" dirty="0" smtClean="0"/>
                        <a:t>()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This method transmits TCP message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615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s.recvfrom</a:t>
                      </a:r>
                      <a:r>
                        <a:rPr lang="en-US" sz="1800" kern="1200" baseline="0" dirty="0" smtClean="0"/>
                        <a:t>()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This method receives UDP message 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628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s.sendto</a:t>
                      </a:r>
                      <a:r>
                        <a:rPr lang="en-US" sz="1800" kern="1200" baseline="0" dirty="0" smtClean="0"/>
                        <a:t>()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This method transmits UDP message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682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s.close</a:t>
                      </a:r>
                      <a:r>
                        <a:rPr lang="en-US" sz="1800" kern="1200" baseline="0" dirty="0" smtClean="0"/>
                        <a:t>()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This method closes socket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6482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Simple Server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15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write Internet servers, we use the socket function available in socket module to create a socket object.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socket object is then used to call other functions to setup a socket server.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call bind(hostname, port) function to specify a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port for your service on the given host.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6482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458200" cy="5943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is server.py file </a:t>
            </a:r>
          </a:p>
          <a:p>
            <a:r>
              <a:rPr lang="sv-SE" dirty="0" smtClean="0">
                <a:latin typeface="Times New Roman" pitchFamily="18" charset="0"/>
                <a:cs typeface="Times New Roman" pitchFamily="18" charset="0"/>
              </a:rPr>
              <a:t>import socket </a:t>
            </a:r>
            <a:r>
              <a:rPr lang="sv-SE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sv-SE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sv-SE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Import socket module </a:t>
            </a:r>
            <a:endParaRPr lang="sv-SE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socket.socket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Create a socket object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host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socket.gethostname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Get local machine 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port 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12345          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Reserve a port for your service.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s.bind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((host, port))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Bind to the port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s.listen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(5)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Now wait for client connection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True: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s.accept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Establish connection with client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'Got connection from',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c.send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('Thank you for connecting')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Close the connection 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7338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Simple Client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socket.connect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hosname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port ) opens a TCP connection to hostname on the port.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have a socket open, you can read from it like any IO object.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done, remember to close it, as you would close a file.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3657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is client.py file </a:t>
            </a:r>
          </a:p>
          <a:p>
            <a:r>
              <a:rPr lang="sv-SE" sz="2800" dirty="0" smtClean="0">
                <a:latin typeface="Times New Roman" pitchFamily="18" charset="0"/>
                <a:cs typeface="Times New Roman" pitchFamily="18" charset="0"/>
              </a:rPr>
              <a:t>import socket </a:t>
            </a:r>
            <a:r>
              <a:rPr lang="sv-SE" sz="28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sv-SE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sv-SE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Import socket module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socket.socket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Create a socket object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host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socket.gethostname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	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Get local machine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port = 12345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    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Reserve a port for your service. </a:t>
            </a:r>
            <a:endParaRPr 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s.connect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((host, port))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s.recv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(1024)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s.close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Close the socket when done 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77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run this server.py in background and then run above client.py to see the result.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Following would start a server in background.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$ python server.py &amp;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Once server is started run client as follows: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$ python client.py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would produce following result: </a:t>
            </a:r>
            <a:endParaRPr lang="en-US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Got connection from ('127.0.0.1', 48437)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Thank you for connecting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52400"/>
            <a:ext cx="33528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Internet modules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066800"/>
          <a:ext cx="8229600" cy="462280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Protocol 	</a:t>
                      </a:r>
                      <a:endParaRPr lang="en-US" sz="18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Common function 	</a:t>
                      </a:r>
                      <a:endParaRPr lang="en-US" sz="18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Port No 	</a:t>
                      </a:r>
                      <a:endParaRPr lang="en-US" sz="18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Python module 	</a:t>
                      </a:r>
                      <a:endParaRPr lang="en-US" sz="18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HTTP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Web pages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80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httplib</a:t>
                      </a:r>
                      <a:r>
                        <a:rPr lang="en-US" sz="1800" kern="1200" baseline="0" dirty="0" smtClean="0"/>
                        <a:t>, </a:t>
                      </a:r>
                      <a:r>
                        <a:rPr lang="en-US" sz="1800" kern="1200" baseline="0" dirty="0" err="1" smtClean="0"/>
                        <a:t>urllib</a:t>
                      </a:r>
                      <a:r>
                        <a:rPr lang="en-US" sz="1800" kern="1200" baseline="0" dirty="0" smtClean="0"/>
                        <a:t>, </a:t>
                      </a:r>
                      <a:r>
                        <a:rPr lang="en-US" sz="1800" kern="1200" baseline="0" dirty="0" err="1" smtClean="0"/>
                        <a:t>xmlrpclib</a:t>
                      </a:r>
                      <a:r>
                        <a:rPr lang="en-US" sz="1800" kern="1200" baseline="0" dirty="0" smtClean="0"/>
                        <a:t>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NNTP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Usenet news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119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sz="1800" kern="1200" baseline="0" dirty="0" err="1" smtClean="0"/>
                        <a:t>Nntplib</a:t>
                      </a:r>
                      <a:r>
                        <a:rPr lang="en-US" sz="1800" kern="1200" baseline="0" dirty="0" smtClean="0"/>
                        <a:t>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FTP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File transfers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20 	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ftplib</a:t>
                      </a:r>
                      <a:r>
                        <a:rPr lang="en-US" sz="1800" kern="1200" baseline="0" dirty="0" smtClean="0"/>
                        <a:t>, </a:t>
                      </a:r>
                      <a:r>
                        <a:rPr lang="en-US" sz="1800" kern="1200" baseline="0" dirty="0" err="1" smtClean="0"/>
                        <a:t>urllib</a:t>
                      </a:r>
                      <a:r>
                        <a:rPr lang="en-US" sz="1800" kern="1200" baseline="0" dirty="0" smtClean="0"/>
                        <a:t>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SMTP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err="1" smtClean="0"/>
                        <a:t>Sendingemail</a:t>
                      </a:r>
                      <a:r>
                        <a:rPr lang="en-US" sz="1800" kern="1200" baseline="0" dirty="0" smtClean="0"/>
                        <a:t>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Smtplib</a:t>
                      </a:r>
                      <a:r>
                        <a:rPr lang="en-US" sz="1800" kern="1200" baseline="0" dirty="0" smtClean="0"/>
                        <a:t>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POP3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/>
                        <a:t>Fetching email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/>
                        <a:t>Poplib</a:t>
                      </a:r>
                      <a:r>
                        <a:rPr lang="en-US" sz="1800" kern="1200" baseline="0" dirty="0" smtClean="0"/>
                        <a:t> 	</a:t>
                      </a:r>
                      <a:endParaRPr lang="en-US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</TotalTime>
  <Words>475</Words>
  <Application>Microsoft Office PowerPoint</Application>
  <PresentationFormat>On-screen Show (4:3)</PresentationFormat>
  <Paragraphs>102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NETWORK PROGRAMMING </vt:lpstr>
      <vt:lpstr>What is Sockets? </vt:lpstr>
      <vt:lpstr>The socket Module</vt:lpstr>
      <vt:lpstr>General Socket Methods </vt:lpstr>
      <vt:lpstr>A Simple Server </vt:lpstr>
      <vt:lpstr>Program</vt:lpstr>
      <vt:lpstr>A Simple Client </vt:lpstr>
      <vt:lpstr>Program</vt:lpstr>
      <vt:lpstr>Slide 9</vt:lpstr>
      <vt:lpstr>Python Internet modules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PROGRAMMING </dc:title>
  <dc:creator>HCT-03</dc:creator>
  <cp:lastModifiedBy>HCT-03</cp:lastModifiedBy>
  <cp:revision>14</cp:revision>
  <dcterms:created xsi:type="dcterms:W3CDTF">2006-08-16T00:00:00Z</dcterms:created>
  <dcterms:modified xsi:type="dcterms:W3CDTF">2017-05-03T05:49:09Z</dcterms:modified>
</cp:coreProperties>
</file>