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2" r:id="rId4"/>
    <p:sldId id="261" r:id="rId5"/>
    <p:sldId id="260" r:id="rId6"/>
    <p:sldId id="259" r:id="rId7"/>
    <p:sldId id="258" r:id="rId8"/>
    <p:sldId id="257" r:id="rId9"/>
    <p:sldId id="266" r:id="rId10"/>
    <p:sldId id="265" r:id="rId11"/>
    <p:sldId id="264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88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19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2401"/>
            <a:ext cx="5257800" cy="6858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Classes and Objects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209800"/>
            <a:ext cx="8382000" cy="2590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Python has been an object-oriented language.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Creating and using classes and objects are downright easy. </a:t>
            </a:r>
          </a:p>
          <a:p>
            <a:endPara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038600" cy="685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OOP Terminology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Class: A user-defined prototype for an object that defines a set of attributes that characterize any object of the class.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variable: A variable that is shared by all instances of a class.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Data member: A class variable or instance variable that holds data associated with a class and its objects.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 overloading: The assignment of more than one behavior to a particular function.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Instance variable: A variable that is defined inside a method and belongs only to the current instance of a class. </a:t>
            </a:r>
          </a:p>
          <a:p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lnSpcReduction="10000"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Inheritance:  The transfer of the characteristics of a class to other classes that are derived from it.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Instance:  An individual object of a certain class.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Instantiation:  The creation of an instance of a class.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Method:  A special kind of function that is defined in a class definition.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Object:  A unique instance of a data structure that's defined by its class.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Operator overloading:  The assignment of more than one function to a particular operator.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8100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Creating Classes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924800" cy="4495800"/>
          </a:xfrm>
        </p:spPr>
        <p:txBody>
          <a:bodyPr/>
          <a:lstStyle/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Creating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Classes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class statement creates a new class definition.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'Optional class documentation string'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class_suite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7338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7800" y="1524000"/>
            <a:ext cx="5867400" cy="34290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MyClass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"""A simple example class"""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12345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def f(self):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 return 'hello world'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52400"/>
            <a:ext cx="60198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Creating Instance Objects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10600" cy="4419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create instances of a class, you call the class using class name and pass in whatever arguments its __init__  method accepts.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Accessing Attributes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Access the object's attributes using the dot operator with object.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43434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9436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datetime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# we will use this for date objects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class Person: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def __init__(self, name, surname,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birthdate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address, telephone, email):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self.name = name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self.surname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surname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self.birthdate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birthdate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self.address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address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self.telephone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telephone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self.email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email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def age(self):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today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datetime.date.today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age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today.year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self.birthdate.year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if today &lt;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datetime.date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today.year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self.birthdate.month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self.birthdate.day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    age -=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382000" cy="5943600"/>
          </a:xfrm>
        </p:spPr>
        <p:txBody>
          <a:bodyPr>
            <a:norm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age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person = Person(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"Jane",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"Doe",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datetime.date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(1992, 3, 12), # year, month, day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"No. 12 Short Street, Greenville",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"555 456 0987",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“example@ccmail.com"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print(person.name)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person.email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person.age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())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457200"/>
            <a:ext cx="6324600" cy="685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Destroying Objects (Garbage Collection)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458200" cy="3276600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deletes unneeded objects (built-in types or class instances) automatically to free the memory space.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Garbage collector runs during program execution and is triggered when an object's reference count reaches zero.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228600"/>
            <a:ext cx="40386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Point: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__init( self, x=0, y=0):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self.x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x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y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__del__(self):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self.__class__.__name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__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class_name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"destroyed"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pt1 = Point()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pt2 = pt1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pt3 = pt1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id(pt1), id(pt2), id(pt3) # prints the ids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obejcts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 pt1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 pt2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 pt3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30480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Class Inheritance 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10600" cy="556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child class inherits the attributes of its parent class, and we can use those attributes as if they were defined in the child class.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 child class can also override data members and methods from the parent.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SubClassName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(ParentClass1[, ParentClass2, ...]):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'Optional class documentation string'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class_suite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0" y="152400"/>
            <a:ext cx="38100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82000" cy="5715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Parent: 		# define parent class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parentAttr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100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__init__(self):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"Calling parent constructor"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parentMethod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'Calling parent method'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Parent.parentAttr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getAttr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"Parent attribute :",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Parent.parentAttr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Child(Parent):	 # define child class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__init__(self):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"Calling child constructor“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childMethod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(self):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'Calling child method'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 = Child() 		# instance of child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c.childMethod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		# child calls its method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c.parentMethod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	# calls parent's method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c.setAttr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(200) 		# again call parent's method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c.getAttr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		# again call parent's method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648200" cy="533400"/>
          </a:xfrm>
        </p:spPr>
        <p:txBody>
          <a:bodyPr>
            <a:normAutofit/>
          </a:bodyPr>
          <a:lstStyle/>
          <a:p>
            <a:r>
              <a:rPr lang="en-US" sz="25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Overriding Methods </a:t>
            </a:r>
            <a:endParaRPr lang="en-US" sz="25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Overriding parent's methods is because you may want special or different functionality in your subclass.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</a:p>
          <a:p>
            <a:endParaRPr lang="en-US" sz="2800" dirty="0" smtClean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 Parent: 		# define parent class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myMethod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(self):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'Calling parent method'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 Child(Parent): 	# define child class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myMethod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(self):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'Calling child method'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 = Child() 			# instance of child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c.myMethod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		# child calls overridden method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44958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Overloading Operators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Define the  __add__  method in the class to perform vector addition and then the plus operator would behave as per expectation: </a:t>
            </a:r>
          </a:p>
          <a:p>
            <a:endParaRPr lang="en-US" sz="19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Vector: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__init__(self, a, b):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a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b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__(self):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'Vector (%d, %d)' %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__add__(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self,other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Vector(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other.a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self.b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other.b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v1 = Vector(2,10)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v2 = Vector(5,-2)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v1 + v2 </a:t>
            </a:r>
            <a:endParaRPr lang="en-US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3434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Data Hiding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3276600"/>
          </a:xfrm>
        </p:spPr>
        <p:txBody>
          <a:bodyPr>
            <a:normAutofit/>
          </a:bodyPr>
          <a:lstStyle/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 object's attributes may or may not be visible outside the class definition. 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We need to name attributes with a double underscore prefix, and those attributes then are not be directly visible to outsiders.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304800"/>
            <a:ext cx="19812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6400800" cy="5029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class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JustCounter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__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secretCount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0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count(self):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self.__secretCount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+= 1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self.__secretCount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counter 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JustCounter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counter.count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counter.count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counter.__secretCount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618</TotalTime>
  <Words>817</Words>
  <Application>Microsoft Office PowerPoint</Application>
  <PresentationFormat>On-screen Show (4:3)</PresentationFormat>
  <Paragraphs>173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Flow</vt:lpstr>
      <vt:lpstr>Classes and Objects</vt:lpstr>
      <vt:lpstr>OOP Terminology </vt:lpstr>
      <vt:lpstr>Slide 3</vt:lpstr>
      <vt:lpstr>Creating Classes </vt:lpstr>
      <vt:lpstr>Program</vt:lpstr>
      <vt:lpstr>Creating Instance Objects </vt:lpstr>
      <vt:lpstr>Program</vt:lpstr>
      <vt:lpstr>Slide 8</vt:lpstr>
      <vt:lpstr>Destroying Objects (Garbage Collection)</vt:lpstr>
      <vt:lpstr>Program</vt:lpstr>
      <vt:lpstr>Class Inheritance </vt:lpstr>
      <vt:lpstr>Program</vt:lpstr>
      <vt:lpstr>Slide 13</vt:lpstr>
      <vt:lpstr>Overriding Methods </vt:lpstr>
      <vt:lpstr>Overloading Operators </vt:lpstr>
      <vt:lpstr>Data Hiding 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and Objects</dc:title>
  <dc:creator>HCT-03</dc:creator>
  <cp:lastModifiedBy>HCT</cp:lastModifiedBy>
  <cp:revision>72</cp:revision>
  <dcterms:created xsi:type="dcterms:W3CDTF">2006-08-16T00:00:00Z</dcterms:created>
  <dcterms:modified xsi:type="dcterms:W3CDTF">2017-12-07T05:38:12Z</dcterms:modified>
</cp:coreProperties>
</file>