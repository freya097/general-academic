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61" r:id="rId3"/>
    <p:sldId id="260" r:id="rId4"/>
    <p:sldId id="259" r:id="rId5"/>
    <p:sldId id="258" r:id="rId6"/>
    <p:sldId id="257" r:id="rId7"/>
    <p:sldId id="263" r:id="rId8"/>
    <p:sldId id="262" r:id="rId9"/>
    <p:sldId id="264" r:id="rId10"/>
    <p:sldId id="268" r:id="rId11"/>
    <p:sldId id="267" r:id="rId12"/>
    <p:sldId id="266" r:id="rId13"/>
    <p:sldId id="265" r:id="rId14"/>
    <p:sldId id="271" r:id="rId15"/>
    <p:sldId id="270" r:id="rId16"/>
    <p:sldId id="269" r:id="rId17"/>
    <p:sldId id="273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19132-CFF9-4B57-9C01-5407A03A06E2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5C69-C0C1-4844-890D-E4D85190B8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15C69-C0C1-4844-890D-E4D85190B8A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FUNCTIONS </a:t>
            </a:r>
            <a:endParaRPr lang="en-US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00200"/>
            <a:ext cx="7924800" cy="4724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function is a block of organized, reusable code that is used to perform a single, related action.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 blocks begin with the keyword def followed by the function name and parentheses ( ( ) ).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code block within every function starts with a colon (:) and is indented.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371600"/>
            <a:ext cx="6934200" cy="4572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parameters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function_docstring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function_suite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[expression]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printme( str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prints a passed string into this function"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str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Calling a Function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35052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Specifies the parameters that are to be included in the function and structures the blocks of code.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Once the basic structure of a function is finalized, you can execute it by calling it from another function or directly from the Python prompt.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6324600" cy="6096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#!/usr/bin/python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printme( str 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"This prints a passed string into this function"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str;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Now you can call printme function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printme("I'm first call to user defined function!");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printme("Again second call to the same function");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5532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Passing by Reference Versus Passing by Value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610600" cy="44958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parameters (arguments) in the Python language are passed by reference. </a:t>
            </a:r>
          </a:p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It means if you change what a parameter refers to within a function, the change also reflects back in the calling function.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8"/>
            <a:ext cx="54864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changeme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changes a passed list into this function"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mylist.append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([1,2,3,4]);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"Values inside the function: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changeme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[10,20,30];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changeme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"Values outside the function: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57912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Function Arguments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752600"/>
            <a:ext cx="5638800" cy="40386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Required arguments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Keyword arguments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Default arguments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Variable-length arguments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6629400" cy="563562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Required Arguments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9624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Required arguments are the arguments passed to a function in correct positional order.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number of arguments in the function call should match exactly with the function definition.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4770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printme( str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prints a passed string into this function"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str;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printme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printme();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172200" cy="715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Keyword Arguments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Keyword arguments are related to the function calls.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keyword arguments in a function call, the caller identifies the arguments by the parameter name.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interpreter is able to use the keywords provided to match the values with parameters.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5943600" cy="563562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printme( str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prints a passed string into this function"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str;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printme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printme( str = "My string");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8683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Default Arguments </a:t>
            </a:r>
            <a:endParaRPr lang="en-US" sz="36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default argument is an argument that assumes a default value if a value is not provided in the function call for that argument.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52578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name, age = 35 ):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prints a passed info into this function"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"Name: ", name;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"Age ", age;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age=50, name="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miki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name="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miki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239000" cy="7159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Variable Length Arguments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arguments are called variable-length arguments and are not named in the function definition, unlike required and default arguments.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for a function with non-keyword variable arguments is this: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([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formal_args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,]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var_args_tuple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function_docstring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function_suite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[expression]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019800" cy="5635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arg1,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"This prints a variable passed arguments"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"Output is: 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arg1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vartuple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( 10 );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printinfo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( 70, 60, 50 );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3246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return Statement </a:t>
            </a:r>
            <a:endParaRPr lang="en-US" sz="32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799"/>
            <a:ext cx="8229600" cy="3429001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statement return [expression] exits a function, optionally passing back an expression to the caller.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return statement with no arguments is the same as return None.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56388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Function definition is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sum( arg1, arg2 ):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Add both the parameters and return them."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= arg1 + arg2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"Inside the function : ", total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total;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Now you can call sum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= sum( 10, 20 );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"Outside the function : ", total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437</TotalTime>
  <Words>766</Words>
  <Application>Microsoft Office PowerPoint</Application>
  <PresentationFormat>On-screen Show (4:3)</PresentationFormat>
  <Paragraphs>133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FUNCTIONS </vt:lpstr>
      <vt:lpstr>Slide 2</vt:lpstr>
      <vt:lpstr>Program</vt:lpstr>
      <vt:lpstr>Calling a Function</vt:lpstr>
      <vt:lpstr>Program</vt:lpstr>
      <vt:lpstr>Passing by Reference Versus Passing by Value</vt:lpstr>
      <vt:lpstr>Program</vt:lpstr>
      <vt:lpstr>Function Arguments </vt:lpstr>
      <vt:lpstr>Required Arguments </vt:lpstr>
      <vt:lpstr>Program</vt:lpstr>
      <vt:lpstr>Keyword Arguments </vt:lpstr>
      <vt:lpstr>Program</vt:lpstr>
      <vt:lpstr>Default Arguments </vt:lpstr>
      <vt:lpstr>Program</vt:lpstr>
      <vt:lpstr>Variable Length Arguments </vt:lpstr>
      <vt:lpstr>Program</vt:lpstr>
      <vt:lpstr>The return Statement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</dc:title>
  <dc:creator>HCT-03</dc:creator>
  <cp:lastModifiedBy>HCT-03</cp:lastModifiedBy>
  <cp:revision>61</cp:revision>
  <dcterms:created xsi:type="dcterms:W3CDTF">2006-08-16T00:00:00Z</dcterms:created>
  <dcterms:modified xsi:type="dcterms:W3CDTF">2016-09-10T15:00:53Z</dcterms:modified>
</cp:coreProperties>
</file>