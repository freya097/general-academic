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7" r:id="rId3"/>
    <p:sldId id="266" r:id="rId4"/>
    <p:sldId id="265" r:id="rId5"/>
    <p:sldId id="264" r:id="rId6"/>
    <p:sldId id="270" r:id="rId7"/>
    <p:sldId id="269" r:id="rId8"/>
    <p:sldId id="261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0AA24-0D61-4E3E-A198-9B1B4E149957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EF8EF-B49B-4D81-8090-141F02EC09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Chore-</a:t>
            </a:r>
            <a:r>
              <a:rPr lang="en-US" dirty="0" smtClean="0"/>
              <a:t>A specific piece of work required to be done as a duty or for a specific fee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EF8EF-B49B-4D81-8090-141F02EC091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Epoch-</a:t>
            </a:r>
            <a:r>
              <a:rPr lang="en-US" dirty="0" smtClean="0"/>
              <a:t>A period marked by distinctive character or reckoned from a fixed point or event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EEF8EF-B49B-4D81-8090-141F02EC091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533400"/>
            <a:ext cx="4953000" cy="761999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DATE AND TIME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143000"/>
            <a:ext cx="8382000" cy="5334000"/>
          </a:xfrm>
        </p:spPr>
        <p:txBody>
          <a:bodyPr>
            <a:normAutofit/>
          </a:bodyPr>
          <a:lstStyle/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Python program can handle date and time in several ways. 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Python's time and calendar modules help track dates and times. 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 intervals are floating-point numbers in units of seconds.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4876800"/>
            <a:ext cx="1524000" cy="1524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Simple Program</a:t>
            </a:r>
            <a:endParaRPr lang="en-US" sz="36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57401"/>
            <a:ext cx="8610600" cy="2514599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time; # This is required to include time module.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ticks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time.time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"Number of ticks since 12:00am, January 1, 1970:", ticks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495800" cy="609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Getting Current Time </a:t>
            </a:r>
            <a:endParaRPr lang="en-US" sz="24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106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Translate a time instant from a seconds since the epoch floating-point value into a time-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pass the floating-point value to a function  that returns a time-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with all nine items valid.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time;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localtime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time.localtime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time.time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"Local current time :",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localtime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848600" cy="3962400"/>
          </a:xfrm>
        </p:spPr>
        <p:txBody>
          <a:bodyPr>
            <a:normAutofit fontScale="92500"/>
          </a:bodyPr>
          <a:lstStyle/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Getting Formatted Time </a:t>
            </a:r>
          </a:p>
          <a:p>
            <a:endParaRPr lang="en-US" sz="1600" dirty="0" smtClean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method to get time in readable format is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asctime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():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endParaRPr lang="en-US" sz="2400" dirty="0" smtClean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time;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localtime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time.asctime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time.localtime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time.time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()))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"Local current time :",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localtime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52400"/>
            <a:ext cx="64008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Getting Calendar for a Month 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534400" cy="5410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calendar module gives a wide range of methods to play with yearly and monthly calendars.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import calendar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cal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calendar.month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(2008, 1)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"Here is the calendar:"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cal;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28600"/>
            <a:ext cx="4572000" cy="685800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time.sleep</a:t>
            </a:r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dirty="0" err="1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secs</a:t>
            </a:r>
            <a:r>
              <a:rPr lang="en-US" sz="28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800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56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method sleep() suspends execution for the given number of seconds.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argument may be a floating point number to indicate a more precise sleep time.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syntax for sleep() method: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time.sleep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(t)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152400"/>
            <a:ext cx="4572000" cy="6096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33CC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2819401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time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"Start : %s"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time.ctime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time.sleep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"End : %s" %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time.ctime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737746">
            <a:off x="457200" y="2879538"/>
            <a:ext cx="8229600" cy="1143000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? EnD</a:t>
            </a:r>
            <a:endParaRPr lang="en-US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580</TotalTime>
  <Words>279</Words>
  <Application>Microsoft Office PowerPoint</Application>
  <PresentationFormat>On-screen Show (4:3)</PresentationFormat>
  <Paragraphs>55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DATE AND TIME</vt:lpstr>
      <vt:lpstr>Simple Program</vt:lpstr>
      <vt:lpstr>Getting Current Time </vt:lpstr>
      <vt:lpstr>Slide 4</vt:lpstr>
      <vt:lpstr>Getting Calendar for a Month </vt:lpstr>
      <vt:lpstr>time.sleep(secs) </vt:lpstr>
      <vt:lpstr>Program</vt:lpstr>
      <vt:lpstr>? EnD</vt:lpstr>
      <vt:lpstr>Slide 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 AND TIME </dc:title>
  <dc:creator>HCT-03</dc:creator>
  <cp:lastModifiedBy>HCT-03</cp:lastModifiedBy>
  <cp:revision>71</cp:revision>
  <dcterms:created xsi:type="dcterms:W3CDTF">2006-08-16T00:00:00Z</dcterms:created>
  <dcterms:modified xsi:type="dcterms:W3CDTF">2016-09-07T12:46:45Z</dcterms:modified>
</cp:coreProperties>
</file>