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59" r:id="rId6"/>
    <p:sldId id="258" r:id="rId7"/>
    <p:sldId id="257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28601"/>
            <a:ext cx="5029200" cy="762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SENDING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EMAIL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715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Simple Mail Transfer Protocol (SMTP) is a protocol, which handles sending e-mail and routing e-mail between mail servers.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Python provides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smtplib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module, which defines an SMTP client session object that can be used to send mail to any Internet machine with an SMTP or ESMTP listener daemon.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to create one SMTP object, which can later be used to send 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e-mail: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smtplib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smtplib.SMTP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[host [, port [,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local_hostname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]]] 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host: This is the host running your SMTP server.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port: If you are providing host argument, then you need to specify a port, where SMTP server is listening.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local_hostname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If your SMTP server is running on your local machine, then you can specify just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as of this option.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477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SMTP object has an instance method called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sendmail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which is typically used to do the work of mailing a message.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takes three parameters: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sender - A string with the address of the sender.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receivers - A list of strings, one for each recipient.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message - A message as a string formatted as specified in the various RFCs.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38862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9436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smtplib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sender = 'from@fromdomain.com'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receivers = ['to@todomain.com']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message = """From: From Person &lt;from@fromdomain.com&gt;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To: To Person &lt;to@todomain.com&gt;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Subject: SMTP e-mail test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is a test e-mail message.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"""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smtpObj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smtplib.SMTP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')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smtpObj.sendmail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(sender, receivers, message)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"Successfully sent email"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SMTPException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"Error: unable to send email"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67056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Sending an HTML e-mail using Python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943600"/>
          </a:xfrm>
        </p:spPr>
        <p:txBody>
          <a:bodyPr>
            <a:normAutofit fontScale="92500" lnSpcReduction="10000"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you send a text message using Python, then all the content are treated as simple text.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Even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you include HTML tags in a text message, it is displayed as simple text and HTML tags will not be formatted according to HTML syntax.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provides option to send an HTML message as actual HTML message.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While sending an e-mail message, you can specify a Mime version, content type, and character set to send an HTML e-mail.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39624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382000" cy="6096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smtplib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message = """From: From Person &lt;from@fromdomain.com&gt;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To: To Person &lt;to@todomain.com&gt;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MIME-Version: 1.0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Content-type: text/html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Subject: SMTP HTML e-mail test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an e-mail message to be sent in HTML format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&lt;b&gt;This is HTML message.&lt;/b&gt;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&lt;h1&gt;This is headline.&lt;/h1&gt;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"""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smtplib.SMTP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smtpObj.sendmail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(sender, receivers, message)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"Successfully sent email"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SMTPException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"Error: unable to send email"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52400"/>
            <a:ext cx="5105400" cy="4572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Sending Attachments as an E-mail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send an e-mail with mixed content requires to set Content-type header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tomultipart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/mixed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Then, text and attachment sections can be specified within boundaries.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boundary is started with two hyphens followed by a unique number, which cannot appear in the message part of the e-mail.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final boundary denoting the e-mail's final section must also end with two hyphens.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Attached files should be encoded with the pack("m") function to have base64 encoding before transmission.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3657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458200" cy="60198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smtplib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base64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filename = "/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/test.txt"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Read a file and encode it into base64 format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open(filename,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filecontent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fo.read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encodedcontent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base64.b64encode(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filecontent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# base64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sender = 'webmaster@tutorialpoint.com'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reciever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'amrood.admin@gmail.com'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marker = "AUNIQUEMARKER"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body ="""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a test email to send an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attachement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"""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Define the main headers.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part1 = """From: From Person &lt;me@fromdomain.net&gt;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To: To Person &lt;amrood.admin@gmail.com&gt;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Subject: Sending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Attachement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MIME-Version: 1.0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Content-Type: multipart/mixed; boundary=%s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--%s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""" % (marker, marker)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 Define the message action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part2 = """Content-Type: text/plain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Content-Transfer-Encoding:8bit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%s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--%s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""" %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body,marker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 Define the attachment section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part3 = """Content-Type: multipart/mixed; name=\"%s\"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Content-Transfer-Encoding:base64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Content-Disposition: attachment; filename=%s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%s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--%s--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""" %(filename, filename,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encodedcontent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marker)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message = part1 + part2 + part3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smtpObj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smtplib.SMTP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')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smtpObj.sendmail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(sender,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reciever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message)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"Successfully sent email"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except Exception: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"Error: unable to send email"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775</Words>
  <Application>Microsoft Office PowerPoint</Application>
  <PresentationFormat>On-screen Show (4:3)</PresentationFormat>
  <Paragraphs>118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SENDING EMAIL </vt:lpstr>
      <vt:lpstr>Slide 2</vt:lpstr>
      <vt:lpstr>Slide 3</vt:lpstr>
      <vt:lpstr>Program</vt:lpstr>
      <vt:lpstr>Sending an HTML e-mail using Python </vt:lpstr>
      <vt:lpstr>Program</vt:lpstr>
      <vt:lpstr>Sending Attachments as an E-mail </vt:lpstr>
      <vt:lpstr>Program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SENDING EMAIL </dc:title>
  <dc:creator>HCT-03</dc:creator>
  <cp:lastModifiedBy>HCT-03</cp:lastModifiedBy>
  <cp:revision>9</cp:revision>
  <dcterms:created xsi:type="dcterms:W3CDTF">2006-08-16T00:00:00Z</dcterms:created>
  <dcterms:modified xsi:type="dcterms:W3CDTF">2017-05-03T07:37:19Z</dcterms:modified>
</cp:coreProperties>
</file>