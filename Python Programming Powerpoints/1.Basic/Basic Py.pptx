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58" r:id="rId4"/>
    <p:sldId id="257" r:id="rId5"/>
    <p:sldId id="260" r:id="rId6"/>
    <p:sldId id="262" r:id="rId7"/>
    <p:sldId id="261" r:id="rId8"/>
    <p:sldId id="264" r:id="rId9"/>
    <p:sldId id="263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99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-115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8/23/2022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8/23/2022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 rot="20035919">
            <a:off x="319582" y="1703939"/>
            <a:ext cx="6463267" cy="1910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5" descr="j011107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72200" y="3810000"/>
            <a:ext cx="2286000" cy="238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228600"/>
            <a:ext cx="5181600" cy="8382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OVERVIEW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5105400"/>
          </a:xfrm>
        </p:spPr>
        <p:txBody>
          <a:bodyPr/>
          <a:lstStyle/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Python is a high-level, interpreted, interactive and object-oriented scripting language.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Python is designed to be highly readable 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096000"/>
          </a:xfrm>
        </p:spPr>
        <p:txBody>
          <a:bodyPr>
            <a:normAutofit fontScale="92500" lnSpcReduction="20000"/>
          </a:bodyPr>
          <a:lstStyle/>
          <a:p>
            <a:endParaRPr lang="en-US" dirty="0" smtClean="0"/>
          </a:p>
          <a:p>
            <a:r>
              <a:rPr lang="en-US" dirty="0" smtClean="0">
                <a:solidFill>
                  <a:srgbClr val="FF3399"/>
                </a:solidFill>
                <a:latin typeface="Times New Roman" pitchFamily="18" charset="0"/>
                <a:cs typeface="Times New Roman" pitchFamily="18" charset="0"/>
              </a:rPr>
              <a:t>Python is Interpreted: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Python is processed at runtime by the interpreter. You do not need to compile your program before executing it. This is similar to PERL and PHP.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solidFill>
                  <a:srgbClr val="FF3399"/>
                </a:solidFill>
                <a:latin typeface="Times New Roman" pitchFamily="18" charset="0"/>
                <a:cs typeface="Times New Roman" pitchFamily="18" charset="0"/>
              </a:rPr>
              <a:t>Python is Interactive: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You can actually sit at a Python prompt and interact with the interpreter directly to write your programs.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solidFill>
                  <a:srgbClr val="FF3399"/>
                </a:solidFill>
                <a:latin typeface="Times New Roman" pitchFamily="18" charset="0"/>
                <a:cs typeface="Times New Roman" pitchFamily="18" charset="0"/>
              </a:rPr>
              <a:t>Python is Object-Oriented: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Python supports Object-Oriented style or technique of programming that encapsulates code within objects.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solidFill>
                  <a:srgbClr val="FF3399"/>
                </a:solidFill>
                <a:latin typeface="Times New Roman" pitchFamily="18" charset="0"/>
                <a:cs typeface="Times New Roman" pitchFamily="18" charset="0"/>
              </a:rPr>
              <a:t>Python is a Beginner's Language: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Python is a great language for the beginner-level programmers and supports the development of a wide range of applications from simple text processing to WWW browsers to games.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History of Python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8686800" cy="51816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Python was developed by Guido van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Rossum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in the late eighties and early nineties at the National </a:t>
            </a:r>
            <a:r>
              <a:rPr lang="en-US" sz="2800" smtClean="0">
                <a:latin typeface="Times New Roman" pitchFamily="18" charset="0"/>
                <a:cs typeface="Times New Roman" pitchFamily="18" charset="0"/>
              </a:rPr>
              <a:t>Research </a:t>
            </a:r>
            <a:r>
              <a:rPr lang="en-US" sz="2800" smtClean="0">
                <a:latin typeface="Times New Roman" pitchFamily="18" charset="0"/>
                <a:cs typeface="Times New Roman" pitchFamily="18" charset="0"/>
              </a:rPr>
              <a:t>Institute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for Mathematics and Computer Science in the Netherlands.</a:t>
            </a:r>
          </a:p>
          <a:p>
            <a:pPr>
              <a:buNone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Python is derived from many other languages, including ABC, Modula-3, C, C++, Algol-68,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SmallTalk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, Unix shell, and other scripting languages.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228600"/>
            <a:ext cx="7086600" cy="4873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ENVIRONMENT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305800" cy="5486400"/>
          </a:xfrm>
        </p:spPr>
        <p:txBody>
          <a:bodyPr>
            <a:no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Python is available on a wide variety of platforms including Linux and Mac OS X. 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Open a terminal window and type "python" to find out if it is already installed and which version is installed. 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Unix (Solaris, Linux, FreeBSD, AIX, HP/UX, SunOS, IRIX, etc.) 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Win 9x/NT/2000 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Macintosh (Intel, PPC, 68K) 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OS/2 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DOS (multiple versions) </a:t>
            </a:r>
          </a:p>
          <a:p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PalmOS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Windows CE 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Acorn/RISC OS </a:t>
            </a:r>
          </a:p>
          <a:p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BeOS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4638"/>
            <a:ext cx="7467600" cy="792162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Installing Python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410200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 smtClean="0">
                <a:solidFill>
                  <a:srgbClr val="FF3399"/>
                </a:solidFill>
                <a:latin typeface="Times New Roman" pitchFamily="18" charset="0"/>
                <a:cs typeface="Times New Roman" pitchFamily="18" charset="0"/>
              </a:rPr>
              <a:t>Unix and Linux Installation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Here are the simple steps to install Python on Unix/Linux machine.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Open a Web browser and go to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http://www.python.org/download/.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Follow the link to download zipped source code available for Unix/Linux.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Download and extract files.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Editing the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Modules/Setup file if you want to customize some options. </a:t>
            </a:r>
          </a:p>
          <a:p>
            <a:r>
              <a:rPr lang="en-US" b="1" dirty="0" smtClean="0">
                <a:solidFill>
                  <a:srgbClr val="FF3399"/>
                </a:solidFill>
                <a:latin typeface="Times New Roman" pitchFamily="18" charset="0"/>
                <a:cs typeface="Times New Roman" pitchFamily="18" charset="0"/>
              </a:rPr>
              <a:t>run ./configure script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make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make install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This installs Python at standard location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i="1" dirty="0" err="1" smtClean="0">
                <a:latin typeface="Times New Roman" pitchFamily="18" charset="0"/>
                <a:cs typeface="Times New Roman" pitchFamily="18" charset="0"/>
              </a:rPr>
              <a:t>usr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/local/bin and its libraries at /</a:t>
            </a:r>
            <a:r>
              <a:rPr lang="en-US" i="1" dirty="0" err="1" smtClean="0">
                <a:latin typeface="Times New Roman" pitchFamily="18" charset="0"/>
                <a:cs typeface="Times New Roman" pitchFamily="18" charset="0"/>
              </a:rPr>
              <a:t>usr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/local/lib/</a:t>
            </a:r>
            <a:r>
              <a:rPr lang="en-US" i="1" dirty="0" err="1" smtClean="0">
                <a:latin typeface="Times New Roman" pitchFamily="18" charset="0"/>
                <a:cs typeface="Times New Roman" pitchFamily="18" charset="0"/>
              </a:rPr>
              <a:t>pythonXX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 where XX is the version of Python.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6324600"/>
          </a:xfrm>
        </p:spPr>
        <p:txBody>
          <a:bodyPr>
            <a:normAutofit fontScale="77500" lnSpcReduction="20000"/>
          </a:bodyPr>
          <a:lstStyle/>
          <a:p>
            <a:r>
              <a:rPr lang="en-US" sz="36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Windows Installation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Here are the steps to install Python on Windows machine.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Open a Web browser and go to </a:t>
            </a:r>
            <a:r>
              <a:rPr lang="en-US" dirty="0" smtClean="0">
                <a:solidFill>
                  <a:srgbClr val="FF3399"/>
                </a:solidFill>
                <a:latin typeface="Times New Roman" pitchFamily="18" charset="0"/>
                <a:cs typeface="Times New Roman" pitchFamily="18" charset="0"/>
              </a:rPr>
              <a:t>http://www.python.org/download/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Follow the link for the Windows installer python-XYZ.msi file where XYZ is the version you need to install.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 use this installer python-XYZ.msi, the Windows system must support Microsoft Installer 2.0. </a:t>
            </a:r>
          </a:p>
          <a:p>
            <a:endParaRPr lang="en-US" i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 smtClean="0">
                <a:solidFill>
                  <a:srgbClr val="FF3399"/>
                </a:solidFill>
              </a:rPr>
              <a:t>Macintosh Installation </a:t>
            </a:r>
          </a:p>
          <a:p>
            <a:endParaRPr lang="en-US" b="1" dirty="0" smtClean="0">
              <a:solidFill>
                <a:srgbClr val="FF3399"/>
              </a:solidFill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Recent Macs come with Python installed, but it may be several years out of date. See http://www.python.org/download/mac/ for instructions on getting the current Python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version along with extra tools to support development on the Mac. For older Mac OS's before Mac OS X 10.3 (released in 2003),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MacPython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is available.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Entire documentation at his website - http://www.cwi.nl/~jack/macpython.html.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FF3399"/>
                </a:solidFill>
                <a:latin typeface="Times New Roman" pitchFamily="18" charset="0"/>
                <a:cs typeface="Times New Roman" pitchFamily="18" charset="0"/>
              </a:rPr>
              <a:t>Setting path at Unix/Linux </a:t>
            </a:r>
            <a:endParaRPr lang="en-US" sz="3200" dirty="0">
              <a:solidFill>
                <a:srgbClr val="FF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To add the Python directory to the path for a particular session in Unix: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 the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csh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shell: type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setenv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PATH </a:t>
            </a:r>
            <a:r>
              <a:rPr lang="en-US" sz="2400" dirty="0" smtClean="0">
                <a:solidFill>
                  <a:srgbClr val="FF3399"/>
                </a:solidFill>
                <a:latin typeface="Times New Roman" pitchFamily="18" charset="0"/>
                <a:cs typeface="Times New Roman" pitchFamily="18" charset="0"/>
              </a:rPr>
              <a:t>"$PATH:/</a:t>
            </a:r>
            <a:r>
              <a:rPr lang="en-US" sz="2400" dirty="0" err="1" smtClean="0">
                <a:solidFill>
                  <a:srgbClr val="FF3399"/>
                </a:solidFill>
                <a:latin typeface="Times New Roman" pitchFamily="18" charset="0"/>
                <a:cs typeface="Times New Roman" pitchFamily="18" charset="0"/>
              </a:rPr>
              <a:t>usr</a:t>
            </a:r>
            <a:r>
              <a:rPr lang="en-US" sz="2400" dirty="0" smtClean="0">
                <a:solidFill>
                  <a:srgbClr val="FF3399"/>
                </a:solidFill>
                <a:latin typeface="Times New Roman" pitchFamily="18" charset="0"/>
                <a:cs typeface="Times New Roman" pitchFamily="18" charset="0"/>
              </a:rPr>
              <a:t>/local/bin/python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" and press Enter.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 the bash shell (Linux): type export </a:t>
            </a:r>
            <a:r>
              <a:rPr lang="en-US" sz="2400" dirty="0" smtClean="0">
                <a:solidFill>
                  <a:srgbClr val="FF3399"/>
                </a:solidFill>
                <a:latin typeface="Times New Roman" pitchFamily="18" charset="0"/>
                <a:cs typeface="Times New Roman" pitchFamily="18" charset="0"/>
              </a:rPr>
              <a:t>ATH="$PATH:/</a:t>
            </a:r>
            <a:r>
              <a:rPr lang="en-US" sz="2400" dirty="0" err="1" smtClean="0">
                <a:solidFill>
                  <a:srgbClr val="FF3399"/>
                </a:solidFill>
                <a:latin typeface="Times New Roman" pitchFamily="18" charset="0"/>
                <a:cs typeface="Times New Roman" pitchFamily="18" charset="0"/>
              </a:rPr>
              <a:t>usr</a:t>
            </a:r>
            <a:r>
              <a:rPr lang="en-US" sz="2400" dirty="0" smtClean="0">
                <a:solidFill>
                  <a:srgbClr val="FF3399"/>
                </a:solidFill>
                <a:latin typeface="Times New Roman" pitchFamily="18" charset="0"/>
                <a:cs typeface="Times New Roman" pitchFamily="18" charset="0"/>
              </a:rPr>
              <a:t>/local/bin/python"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and press Enter.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 the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sh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ksh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shell: type </a:t>
            </a:r>
            <a:r>
              <a:rPr lang="en-US" sz="2400" dirty="0" smtClean="0">
                <a:solidFill>
                  <a:srgbClr val="FF3399"/>
                </a:solidFill>
                <a:latin typeface="Times New Roman" pitchFamily="18" charset="0"/>
                <a:cs typeface="Times New Roman" pitchFamily="18" charset="0"/>
              </a:rPr>
              <a:t>PATH="$PATH:/</a:t>
            </a:r>
            <a:r>
              <a:rPr lang="en-US" sz="2400" dirty="0" err="1" smtClean="0">
                <a:solidFill>
                  <a:srgbClr val="FF3399"/>
                </a:solidFill>
                <a:latin typeface="Times New Roman" pitchFamily="18" charset="0"/>
                <a:cs typeface="Times New Roman" pitchFamily="18" charset="0"/>
              </a:rPr>
              <a:t>usr</a:t>
            </a:r>
            <a:r>
              <a:rPr lang="en-US" sz="2400" dirty="0" smtClean="0">
                <a:solidFill>
                  <a:srgbClr val="FF3399"/>
                </a:solidFill>
                <a:latin typeface="Times New Roman" pitchFamily="18" charset="0"/>
                <a:cs typeface="Times New Roman" pitchFamily="18" charset="0"/>
              </a:rPr>
              <a:t>/local/bin/python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" and press Enter.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Note</a:t>
            </a:r>
            <a:r>
              <a:rPr lang="en-US" sz="2400" dirty="0" smtClean="0">
                <a:solidFill>
                  <a:srgbClr val="FF3399"/>
                </a:solidFill>
                <a:latin typeface="Times New Roman" pitchFamily="18" charset="0"/>
                <a:cs typeface="Times New Roman" pitchFamily="18" charset="0"/>
              </a:rPr>
              <a:t>: /</a:t>
            </a:r>
            <a:r>
              <a:rPr lang="en-US" sz="2400" dirty="0" err="1" smtClean="0">
                <a:solidFill>
                  <a:srgbClr val="FF3399"/>
                </a:solidFill>
                <a:latin typeface="Times New Roman" pitchFamily="18" charset="0"/>
                <a:cs typeface="Times New Roman" pitchFamily="18" charset="0"/>
              </a:rPr>
              <a:t>usr</a:t>
            </a:r>
            <a:r>
              <a:rPr lang="en-US" sz="2400" dirty="0" smtClean="0">
                <a:solidFill>
                  <a:srgbClr val="FF3399"/>
                </a:solidFill>
                <a:latin typeface="Times New Roman" pitchFamily="18" charset="0"/>
                <a:cs typeface="Times New Roman" pitchFamily="18" charset="0"/>
              </a:rPr>
              <a:t>/local/bin/python is the path of the Python directory 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274638"/>
            <a:ext cx="6477000" cy="792162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Setting path at Windows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4102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To add the Python directory to the path for a particular session in Windows: 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At the command prompt: type path </a:t>
            </a:r>
            <a:r>
              <a:rPr lang="en-US" sz="2800" dirty="0" smtClean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%path%;C:\Python and press Enter. 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Note: </a:t>
            </a:r>
            <a:r>
              <a:rPr lang="en-US" sz="2800" dirty="0" smtClean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C:\Python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is the path of the Python directory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457200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Modules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05400"/>
          </a:xfrm>
        </p:spPr>
        <p:txBody>
          <a:bodyPr/>
          <a:lstStyle/>
          <a:p>
            <a:r>
              <a:rPr lang="en-US" dirty="0" smtClean="0"/>
              <a:t>Language Components</a:t>
            </a:r>
          </a:p>
          <a:p>
            <a:r>
              <a:rPr lang="en-US" dirty="0" smtClean="0"/>
              <a:t>Collections</a:t>
            </a:r>
          </a:p>
          <a:p>
            <a:r>
              <a:rPr lang="en-US" dirty="0" smtClean="0"/>
              <a:t>Functions</a:t>
            </a:r>
          </a:p>
          <a:p>
            <a:r>
              <a:rPr lang="en-US" dirty="0" smtClean="0"/>
              <a:t>Modules</a:t>
            </a:r>
          </a:p>
          <a:p>
            <a:r>
              <a:rPr lang="en-US" dirty="0" smtClean="0"/>
              <a:t>Exceptions</a:t>
            </a:r>
          </a:p>
          <a:p>
            <a:r>
              <a:rPr lang="en-US" dirty="0" smtClean="0"/>
              <a:t>Input an Output</a:t>
            </a:r>
          </a:p>
          <a:p>
            <a:r>
              <a:rPr lang="en-US" dirty="0" smtClean="0"/>
              <a:t>Classes in Python</a:t>
            </a:r>
          </a:p>
          <a:p>
            <a:r>
              <a:rPr lang="en-US" dirty="0" smtClean="0"/>
              <a:t>Regular Expression</a:t>
            </a: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192</TotalTime>
  <Words>635</Words>
  <Application>Microsoft Office PowerPoint</Application>
  <PresentationFormat>On-screen Show (4:3)</PresentationFormat>
  <Paragraphs>79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Flow</vt:lpstr>
      <vt:lpstr>Slide 1</vt:lpstr>
      <vt:lpstr> OVERVIEW</vt:lpstr>
      <vt:lpstr>Slide 3</vt:lpstr>
      <vt:lpstr>History of Python</vt:lpstr>
      <vt:lpstr> ENVIRONMENT </vt:lpstr>
      <vt:lpstr>Installing Python</vt:lpstr>
      <vt:lpstr>Slide 7</vt:lpstr>
      <vt:lpstr>Setting path at Unix/Linux </vt:lpstr>
      <vt:lpstr>Setting path at Windows</vt:lpstr>
      <vt:lpstr>Modules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HCT-03</dc:creator>
  <cp:lastModifiedBy>Bonifon</cp:lastModifiedBy>
  <cp:revision>26</cp:revision>
  <dcterms:created xsi:type="dcterms:W3CDTF">2006-08-16T00:00:00Z</dcterms:created>
  <dcterms:modified xsi:type="dcterms:W3CDTF">2022-08-23T05:33:05Z</dcterms:modified>
</cp:coreProperties>
</file>