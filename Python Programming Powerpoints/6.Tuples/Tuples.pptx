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21"/>
  </p:notesMasterIdLst>
  <p:sldIdLst>
    <p:sldId id="256" r:id="rId2"/>
    <p:sldId id="262" r:id="rId3"/>
    <p:sldId id="261" r:id="rId4"/>
    <p:sldId id="260" r:id="rId5"/>
    <p:sldId id="259" r:id="rId6"/>
    <p:sldId id="258" r:id="rId7"/>
    <p:sldId id="257" r:id="rId8"/>
    <p:sldId id="265" r:id="rId9"/>
    <p:sldId id="274" r:id="rId10"/>
    <p:sldId id="264" r:id="rId11"/>
    <p:sldId id="263" r:id="rId12"/>
    <p:sldId id="268" r:id="rId13"/>
    <p:sldId id="267" r:id="rId14"/>
    <p:sldId id="266" r:id="rId15"/>
    <p:sldId id="271" r:id="rId16"/>
    <p:sldId id="270" r:id="rId17"/>
    <p:sldId id="269" r:id="rId18"/>
    <p:sldId id="273" r:id="rId19"/>
    <p:sldId id="272" r:id="rId2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FF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588" autoAdjust="0"/>
    <p:restoredTop sz="94624" autoAdjust="0"/>
  </p:normalViewPr>
  <p:slideViewPr>
    <p:cSldViewPr>
      <p:cViewPr varScale="1">
        <p:scale>
          <a:sx n="69" d="100"/>
          <a:sy n="69" d="100"/>
        </p:scale>
        <p:origin x="-1416" y="-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F2E9A6-B6A2-44E3-B2A9-197AD5AA23A9}" type="datetimeFigureOut">
              <a:rPr lang="en-US" smtClean="0"/>
              <a:pPr/>
              <a:t>8/25/2016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291ECA-7653-4615-8F5A-3F0240B797DC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291ECA-7653-4615-8F5A-3F0240B797DC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8/25/2016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38400" y="228600"/>
            <a:ext cx="4267200" cy="533399"/>
          </a:xfrm>
        </p:spPr>
        <p:txBody>
          <a:bodyPr>
            <a:normAutofit fontScale="90000"/>
          </a:bodyPr>
          <a:lstStyle/>
          <a:p>
            <a:r>
              <a:rPr lang="en-US" sz="3200" dirty="0" smtClean="0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TUPLES </a:t>
            </a:r>
            <a:endParaRPr lang="en-US" sz="3200" dirty="0">
              <a:solidFill>
                <a:srgbClr val="FF00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" y="762000"/>
            <a:ext cx="8686800" cy="5791200"/>
          </a:xfrm>
        </p:spPr>
        <p:txBody>
          <a:bodyPr>
            <a:normAutofit/>
          </a:bodyPr>
          <a:lstStyle/>
          <a:p>
            <a:pPr>
              <a:buFont typeface="Arial" pitchFamily="34" charset="0"/>
              <a:buChar char="•"/>
            </a:pPr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 tuple is a sequence of immutable Python objects</a:t>
            </a:r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>
              <a:buFont typeface="Arial" pitchFamily="34" charset="0"/>
              <a:buChar char="•"/>
            </a:pPr>
            <a:r>
              <a:rPr lang="en-US" sz="28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Tuples</a:t>
            </a:r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are sequences, just like lists. </a:t>
            </a:r>
          </a:p>
          <a:p>
            <a:pPr>
              <a:buFont typeface="Arial" pitchFamily="34" charset="0"/>
              <a:buChar char="•"/>
            </a:pPr>
            <a:endParaRPr lang="en-US" sz="14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pitchFamily="34" charset="0"/>
              <a:buChar char="•"/>
            </a:pPr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The differences between tuples and lists are, the tuples cannot be changed unlike lists and tuples use parentheses, whereas lists use square brackets. </a:t>
            </a:r>
            <a:endParaRPr lang="en-US" sz="28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pitchFamily="34" charset="0"/>
              <a:buChar char="•"/>
            </a:pPr>
            <a:endParaRPr lang="en-US" sz="28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pitchFamily="34" charset="0"/>
              <a:buChar char="•"/>
            </a:pPr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It is a Collection used to create complex list-like a Sequence</a:t>
            </a:r>
            <a:endParaRPr lang="en-US" sz="28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6200" y="5334000"/>
            <a:ext cx="1676400" cy="144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04800"/>
            <a:ext cx="8458200" cy="6172200"/>
          </a:xfrm>
        </p:spPr>
        <p:txBody>
          <a:bodyPr>
            <a:normAutofit fontScale="85000" lnSpcReduction="20000"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For example: </a:t>
            </a: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tup1 = ('physics', 'chemistry', 1997, 2000); </a:t>
            </a:r>
          </a:p>
          <a:p>
            <a:r>
              <a:rPr lang="en-US" dirty="0" smtClean="0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tup2 = (1, 2, 3, 4, 5 ); </a:t>
            </a:r>
          </a:p>
          <a:p>
            <a:r>
              <a:rPr lang="en-US" dirty="0" smtClean="0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tup3 = "a", "b", "c", "d"; </a:t>
            </a: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 empty tuple is written as two parentheses containing nothing: </a:t>
            </a: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tup1 = (); </a:t>
            </a: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To write a tuple containing a single value you have to include a comma, even though there is only one value: </a:t>
            </a: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tup1 = (50,); </a:t>
            </a:r>
            <a:endParaRPr lang="en-US" dirty="0">
              <a:solidFill>
                <a:srgbClr val="FF00FF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0"/>
            <a:ext cx="8229600" cy="868362"/>
          </a:xfrm>
        </p:spPr>
        <p:txBody>
          <a:bodyPr>
            <a:normAutofit/>
          </a:bodyPr>
          <a:lstStyle/>
          <a:p>
            <a:r>
              <a:rPr lang="en-US" sz="2800" dirty="0" smtClean="0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Accessing Values in Tuples</a:t>
            </a:r>
            <a:endParaRPr lang="en-US" sz="2800" dirty="0">
              <a:solidFill>
                <a:srgbClr val="FF00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2514601"/>
            <a:ext cx="8763000" cy="1981199"/>
          </a:xfrm>
        </p:spPr>
        <p:txBody>
          <a:bodyPr>
            <a:norm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To access values in tuple, use the square brackets for slicing along with the index or indices to obtain value available at that index.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2667000" cy="667512"/>
          </a:xfrm>
        </p:spPr>
        <p:txBody>
          <a:bodyPr>
            <a:normAutofit fontScale="90000"/>
          </a:bodyPr>
          <a:lstStyle/>
          <a:p>
            <a:r>
              <a:rPr lang="en-US" dirty="0" smtClean="0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Program</a:t>
            </a:r>
            <a:endParaRPr lang="en-US" dirty="0">
              <a:solidFill>
                <a:srgbClr val="FF00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tup1 = ('physics', 'chemistry', 1997, 2000);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tup2 = (1, 2, 3, 4, 5, 6, 7 );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print "tup1[0]: ", tup1[0]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print "tup2[1:5]: ", tup2[1:5]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Updating Tuples</a:t>
            </a:r>
            <a:endParaRPr lang="en-US" dirty="0">
              <a:solidFill>
                <a:srgbClr val="FF00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590801"/>
            <a:ext cx="8229600" cy="2590800"/>
          </a:xfrm>
        </p:spPr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Tuples are immutable which means you cannot update or change the values of tuple elements.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>
            <a:normAutofit/>
          </a:bodyPr>
          <a:lstStyle/>
          <a:p>
            <a:r>
              <a:rPr lang="en-US" sz="2800" dirty="0" smtClean="0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Program</a:t>
            </a:r>
            <a:endParaRPr lang="en-US" sz="2800" dirty="0">
              <a:solidFill>
                <a:srgbClr val="FF00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tup1 = (12, 34.56);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tup2 = ('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abc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', 'xyz');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tup3 = tup1 + tup2;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print tup3;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57400" y="274638"/>
            <a:ext cx="5257800" cy="639762"/>
          </a:xfrm>
        </p:spPr>
        <p:txBody>
          <a:bodyPr>
            <a:normAutofit/>
          </a:bodyPr>
          <a:lstStyle/>
          <a:p>
            <a:r>
              <a:rPr lang="en-US" sz="2800" b="1" dirty="0" smtClean="0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Deleting Tuple Elements</a:t>
            </a:r>
            <a:endParaRPr lang="en-US" sz="2800" dirty="0">
              <a:solidFill>
                <a:srgbClr val="FF00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5029200"/>
          </a:xfrm>
        </p:spPr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Removing individual tuple elements is not possible.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There is, of course, nothing wrong with putting together another tuple with the undesired elements discarded.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To explicitly remove an entire tuple, just use the </a:t>
            </a:r>
            <a:r>
              <a:rPr lang="en-US" b="1" dirty="0" smtClean="0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del statement. </a:t>
            </a:r>
            <a:endParaRPr lang="en-US" dirty="0">
              <a:solidFill>
                <a:srgbClr val="FF00FF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44562"/>
          </a:xfrm>
        </p:spPr>
        <p:txBody>
          <a:bodyPr>
            <a:normAutofit/>
          </a:bodyPr>
          <a:lstStyle/>
          <a:p>
            <a:r>
              <a:rPr lang="en-US" sz="3600" dirty="0" smtClean="0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Program</a:t>
            </a:r>
            <a:endParaRPr lang="en-US" sz="3600" dirty="0">
              <a:solidFill>
                <a:srgbClr val="FF00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tup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= ('physics', 'chemistry', 1997, 2000);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print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tup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del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tup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print "After deleting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tup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: "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print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tup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;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3600" y="152400"/>
            <a:ext cx="4724400" cy="609600"/>
          </a:xfrm>
        </p:spPr>
        <p:txBody>
          <a:bodyPr>
            <a:normAutofit/>
          </a:bodyPr>
          <a:lstStyle/>
          <a:p>
            <a:r>
              <a:rPr lang="en-US" sz="3200" dirty="0" smtClean="0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Error warning</a:t>
            </a:r>
            <a:endParaRPr lang="en-US" sz="3200" dirty="0">
              <a:solidFill>
                <a:srgbClr val="FF00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181600"/>
          </a:xfrm>
        </p:spPr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('physics', 'chemistry', 1997, 2000)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After deleting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tup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: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Traceback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(most recent call last):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File "test.py", line 9, in &lt;module&gt;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print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tup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;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NameError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: name '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tup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' is not defined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>
            <a:normAutofit/>
          </a:bodyPr>
          <a:lstStyle/>
          <a:p>
            <a:r>
              <a:rPr lang="en-US" sz="2800" dirty="0" smtClean="0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Basic Tuples Operations</a:t>
            </a:r>
            <a:endParaRPr lang="en-US" sz="2800" dirty="0">
              <a:solidFill>
                <a:srgbClr val="FF00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Tuples  respond to the + and * operators much like strings; they mean concatenation and repetition here too, except that the result is a new tuple , not a string.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44562"/>
          </a:xfrm>
        </p:spPr>
        <p:txBody>
          <a:bodyPr>
            <a:normAutofit/>
          </a:bodyPr>
          <a:lstStyle/>
          <a:p>
            <a:r>
              <a:rPr lang="en-US" sz="2800" b="1" dirty="0" smtClean="0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Indexing, Slicing, and Matrixes </a:t>
            </a:r>
            <a:endParaRPr lang="en-US" sz="2800" dirty="0">
              <a:solidFill>
                <a:srgbClr val="FF00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latin typeface="Times New Roman" pitchFamily="18" charset="0"/>
                <a:ea typeface="Tahoma" pitchFamily="34" charset="0"/>
                <a:cs typeface="Times New Roman" pitchFamily="18" charset="0"/>
              </a:rPr>
              <a:t>Because tuples are sequences, indexing and slicing work the same way for tuples as they do for strings. </a:t>
            </a:r>
          </a:p>
          <a:p>
            <a:endParaRPr lang="en-US" dirty="0" smtClean="0">
              <a:latin typeface="Times New Roman" pitchFamily="18" charset="0"/>
              <a:ea typeface="Tahoma" pitchFamily="34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ea typeface="Tahoma" pitchFamily="34" charset="0"/>
                <a:cs typeface="Times New Roman" pitchFamily="18" charset="0"/>
              </a:rPr>
              <a:t>Syntax:</a:t>
            </a:r>
          </a:p>
          <a:p>
            <a:endParaRPr lang="en-US" dirty="0" smtClean="0">
              <a:latin typeface="Times New Roman" pitchFamily="18" charset="0"/>
              <a:ea typeface="Tahoma" pitchFamily="34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ea typeface="Tahoma" pitchFamily="34" charset="0"/>
                <a:cs typeface="Times New Roman" pitchFamily="18" charset="0"/>
              </a:rPr>
              <a:t>L = ('spam', 'Spam', 'SPAM!') </a:t>
            </a:r>
            <a:endParaRPr lang="en-US" dirty="0">
              <a:latin typeface="Times New Roman" pitchFamily="18" charset="0"/>
              <a:ea typeface="Tahoma" pitchFamily="34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sz="2800" dirty="0" err="1" smtClean="0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Cmp</a:t>
            </a:r>
            <a:r>
              <a:rPr lang="en-US" sz="2800" dirty="0" smtClean="0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(tuple1, tuple2)</a:t>
            </a:r>
            <a:endParaRPr lang="en-US" sz="2800" dirty="0">
              <a:solidFill>
                <a:srgbClr val="FF00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458200" cy="5562600"/>
          </a:xfrm>
        </p:spPr>
        <p:txBody>
          <a:bodyPr>
            <a:norm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Description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 method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cmp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() compares elements of two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tuples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endParaRPr lang="en-US" sz="105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Syntax :</a:t>
            </a:r>
          </a:p>
          <a:p>
            <a:endParaRPr lang="en-US" sz="105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cmp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(tuple1, tuple2) </a:t>
            </a:r>
          </a:p>
          <a:p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Return Value </a:t>
            </a:r>
          </a:p>
          <a:p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If numbers, perform numeric coercion if necessary and compare.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If either element is a number, then the other element is "larger" (numbers are "smallest").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Otherwise, types are sorted alphabetically by name. </a:t>
            </a:r>
          </a:p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1143000"/>
          </a:xfrm>
        </p:spPr>
        <p:txBody>
          <a:bodyPr>
            <a:normAutofit/>
          </a:bodyPr>
          <a:lstStyle/>
          <a:p>
            <a:r>
              <a:rPr lang="en-US" sz="2800" dirty="0" smtClean="0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Program</a:t>
            </a:r>
            <a:endParaRPr lang="en-US" sz="2800" dirty="0">
              <a:solidFill>
                <a:srgbClr val="FF00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4953000"/>
          </a:xfrm>
        </p:spPr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#!/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usr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/bin/python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tuple1, tuple2 = (123, 'xyz'), (456, '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abc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')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print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cmp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(tuple1, tuple2);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print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cmp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(tuple2, tuple1);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tuple3 = tuple2 + (786,);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print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cmp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(tuple2, tuple3)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5000" y="457200"/>
            <a:ext cx="4419600" cy="685800"/>
          </a:xfrm>
        </p:spPr>
        <p:txBody>
          <a:bodyPr>
            <a:normAutofit/>
          </a:bodyPr>
          <a:lstStyle/>
          <a:p>
            <a:r>
              <a:rPr lang="en-US" sz="2800" dirty="0" smtClean="0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Max(</a:t>
            </a:r>
            <a:r>
              <a:rPr lang="en-US" sz="2800" dirty="0" err="1" smtClean="0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tuple</a:t>
            </a:r>
            <a:r>
              <a:rPr lang="en-US" sz="2800" dirty="0" smtClean="0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) </a:t>
            </a:r>
            <a:endParaRPr lang="en-US" sz="2800" dirty="0">
              <a:solidFill>
                <a:srgbClr val="FF00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Description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 method max() returns the elements from the tuple with maximum value.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Syntax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Following is the syntax for max() method: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max(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tuple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)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Program</a:t>
            </a:r>
            <a:endParaRPr lang="en-US" dirty="0">
              <a:solidFill>
                <a:srgbClr val="FF00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81200"/>
            <a:ext cx="8229600" cy="4144963"/>
          </a:xfrm>
        </p:spPr>
        <p:txBody>
          <a:bodyPr>
            <a:norm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tuple1, tuple2 = (123, 'xyz', '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zara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', '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abc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'), (456, 700, 200)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print "Max value element : ", max(tuple1);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print "Max value element : ", max(tuple2);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274638"/>
            <a:ext cx="4648200" cy="639762"/>
          </a:xfrm>
        </p:spPr>
        <p:txBody>
          <a:bodyPr>
            <a:normAutofit/>
          </a:bodyPr>
          <a:lstStyle/>
          <a:p>
            <a:r>
              <a:rPr lang="en-US" sz="2800" b="1" dirty="0" smtClean="0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Min(</a:t>
            </a:r>
            <a:r>
              <a:rPr lang="en-US" sz="2800" b="1" dirty="0" err="1" smtClean="0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tuple</a:t>
            </a:r>
            <a:r>
              <a:rPr lang="en-US" sz="2800" b="1" dirty="0" smtClean="0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) </a:t>
            </a:r>
            <a:endParaRPr lang="en-US" sz="2800" dirty="0">
              <a:solidFill>
                <a:srgbClr val="FF00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410200"/>
          </a:xfrm>
        </p:spPr>
        <p:txBody>
          <a:bodyPr>
            <a:normAutofit fontScale="85000" lnSpcReduction="20000"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Description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 method min() returns the elements from the tuple with minimum value. </a:t>
            </a:r>
          </a:p>
          <a:p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Syntax </a:t>
            </a:r>
          </a:p>
          <a:p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Following is the syntax for min() method: </a:t>
            </a:r>
          </a:p>
          <a:p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min(</a:t>
            </a:r>
            <a:r>
              <a:rPr lang="en-US" dirty="0" err="1" smtClean="0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tuple</a:t>
            </a:r>
            <a:r>
              <a:rPr lang="en-US" dirty="0" smtClean="0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) </a:t>
            </a:r>
          </a:p>
          <a:p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Parameters </a:t>
            </a:r>
          </a:p>
          <a:p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tuple -- This is a tuple from which min valued element to be returned. </a:t>
            </a: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 smtClean="0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Program</a:t>
            </a:r>
            <a:endParaRPr lang="en-US" sz="2800" dirty="0">
              <a:solidFill>
                <a:srgbClr val="FF00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590800"/>
            <a:ext cx="8229600" cy="2133600"/>
          </a:xfrm>
        </p:spPr>
        <p:txBody>
          <a:bodyPr>
            <a:normAutofit lnSpcReduction="10000"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tuple1, tuple2 = (123, 'xyz', '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zara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', '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abc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'), (456, 700, 200)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print "min value element : ", min(tuple1);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print "min value element : ", min(tuple2);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0800" y="152400"/>
            <a:ext cx="4343400" cy="685800"/>
          </a:xfrm>
        </p:spPr>
        <p:txBody>
          <a:bodyPr>
            <a:normAutofit/>
          </a:bodyPr>
          <a:lstStyle/>
          <a:p>
            <a:r>
              <a:rPr lang="en-US" sz="2800" b="1" dirty="0" smtClean="0">
                <a:solidFill>
                  <a:srgbClr val="FF00FF"/>
                </a:solidFill>
              </a:rPr>
              <a:t>Tuple( seg ) </a:t>
            </a:r>
            <a:endParaRPr lang="en-US" sz="2800" dirty="0">
              <a:solidFill>
                <a:srgbClr val="FF00FF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334000"/>
          </a:xfrm>
        </p:spPr>
        <p:txBody>
          <a:bodyPr>
            <a:normAutofit fontScale="85000" lnSpcReduction="10000"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Description :</a:t>
            </a: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 method tuple() compares elements of two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tuples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Syntax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Following is the syntax for tuple() method: </a:t>
            </a: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tuple( seq ) </a:t>
            </a: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Parameters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seq -- This is a tuple to be converted into tuple. 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>
            <a:normAutofit/>
          </a:bodyPr>
          <a:lstStyle/>
          <a:p>
            <a:r>
              <a:rPr lang="en-US" sz="3600" dirty="0" smtClean="0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Program</a:t>
            </a:r>
            <a:endParaRPr lang="en-US" sz="3600" dirty="0">
              <a:solidFill>
                <a:srgbClr val="FF00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3200400"/>
          </a:xfrm>
        </p:spPr>
        <p:txBody>
          <a:bodyPr/>
          <a:lstStyle/>
          <a:p>
            <a:r>
              <a:rPr lang="en-US" dirty="0" err="1" smtClean="0"/>
              <a:t>aList</a:t>
            </a:r>
            <a:r>
              <a:rPr lang="en-US" dirty="0" smtClean="0"/>
              <a:t> = (123, 'xyz', '</a:t>
            </a:r>
            <a:r>
              <a:rPr lang="en-US" dirty="0" err="1" smtClean="0"/>
              <a:t>zara</a:t>
            </a:r>
            <a:r>
              <a:rPr lang="en-US" dirty="0" smtClean="0"/>
              <a:t>', '</a:t>
            </a:r>
            <a:r>
              <a:rPr lang="en-US" dirty="0" err="1" smtClean="0"/>
              <a:t>abc</a:t>
            </a:r>
            <a:r>
              <a:rPr lang="en-US" dirty="0" smtClean="0"/>
              <a:t>'); </a:t>
            </a:r>
          </a:p>
          <a:p>
            <a:r>
              <a:rPr lang="en-US" dirty="0" err="1" smtClean="0"/>
              <a:t>aTuple</a:t>
            </a:r>
            <a:r>
              <a:rPr lang="en-US" dirty="0" smtClean="0"/>
              <a:t> = </a:t>
            </a:r>
            <a:r>
              <a:rPr lang="en-US" dirty="0" err="1" smtClean="0"/>
              <a:t>tuple</a:t>
            </a:r>
            <a:r>
              <a:rPr lang="en-US" dirty="0" smtClean="0"/>
              <a:t>(</a:t>
            </a:r>
            <a:r>
              <a:rPr lang="en-US" dirty="0" err="1" smtClean="0"/>
              <a:t>aList</a:t>
            </a:r>
            <a:r>
              <a:rPr lang="en-US" dirty="0" smtClean="0"/>
              <a:t>) </a:t>
            </a:r>
          </a:p>
          <a:p>
            <a:r>
              <a:rPr lang="en-US" dirty="0" smtClean="0"/>
              <a:t>print "Tuple elements : ", </a:t>
            </a:r>
            <a:r>
              <a:rPr lang="en-US" dirty="0" err="1" smtClean="0"/>
              <a:t>aTuple</a:t>
            </a:r>
            <a:r>
              <a:rPr lang="en-US" dirty="0" smtClean="0"/>
              <a:t> 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240</TotalTime>
  <Words>765</Words>
  <Application>Microsoft Office PowerPoint</Application>
  <PresentationFormat>On-screen Show (4:3)</PresentationFormat>
  <Paragraphs>124</Paragraphs>
  <Slides>19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Office Theme</vt:lpstr>
      <vt:lpstr>TUPLES </vt:lpstr>
      <vt:lpstr>Slide 2</vt:lpstr>
      <vt:lpstr>Accessing Values in Tuples</vt:lpstr>
      <vt:lpstr>Program</vt:lpstr>
      <vt:lpstr>Updating Tuples</vt:lpstr>
      <vt:lpstr>Program</vt:lpstr>
      <vt:lpstr>Deleting Tuple Elements</vt:lpstr>
      <vt:lpstr>Program</vt:lpstr>
      <vt:lpstr>Error warning</vt:lpstr>
      <vt:lpstr>Basic Tuples Operations</vt:lpstr>
      <vt:lpstr>Indexing, Slicing, and Matrixes </vt:lpstr>
      <vt:lpstr>Cmp(tuple1, tuple2)</vt:lpstr>
      <vt:lpstr>Program</vt:lpstr>
      <vt:lpstr>Max(tuple) </vt:lpstr>
      <vt:lpstr>Program</vt:lpstr>
      <vt:lpstr>Min(tuple) </vt:lpstr>
      <vt:lpstr>Program</vt:lpstr>
      <vt:lpstr>Tuple( seg ) </vt:lpstr>
      <vt:lpstr>Program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TUPLES </dc:title>
  <dc:creator>HCT-03</dc:creator>
  <cp:lastModifiedBy>HCT-03</cp:lastModifiedBy>
  <cp:revision>41</cp:revision>
  <dcterms:created xsi:type="dcterms:W3CDTF">2006-08-16T00:00:00Z</dcterms:created>
  <dcterms:modified xsi:type="dcterms:W3CDTF">2016-08-25T10:27:26Z</dcterms:modified>
</cp:coreProperties>
</file>