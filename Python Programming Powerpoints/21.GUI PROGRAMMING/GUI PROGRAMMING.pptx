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7" r:id="rId4"/>
    <p:sldId id="266" r:id="rId5"/>
    <p:sldId id="265" r:id="rId6"/>
    <p:sldId id="264" r:id="rId7"/>
    <p:sldId id="263" r:id="rId8"/>
    <p:sldId id="262" r:id="rId9"/>
    <p:sldId id="261" r:id="rId10"/>
    <p:sldId id="260" r:id="rId11"/>
    <p:sldId id="259" r:id="rId12"/>
    <p:sldId id="258" r:id="rId13"/>
    <p:sldId id="257" r:id="rId14"/>
    <p:sldId id="275" r:id="rId15"/>
    <p:sldId id="274" r:id="rId16"/>
    <p:sldId id="273" r:id="rId17"/>
    <p:sldId id="272" r:id="rId18"/>
    <p:sldId id="279" r:id="rId19"/>
    <p:sldId id="270" r:id="rId20"/>
    <p:sldId id="269" r:id="rId21"/>
    <p:sldId id="280" r:id="rId22"/>
    <p:sldId id="278" r:id="rId23"/>
    <p:sldId id="277" r:id="rId24"/>
    <p:sldId id="276" r:id="rId25"/>
    <p:sldId id="282" r:id="rId26"/>
    <p:sldId id="281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624" autoAdjust="0"/>
  </p:normalViewPr>
  <p:slideViewPr>
    <p:cSldViewPr>
      <p:cViewPr varScale="1">
        <p:scale>
          <a:sx n="69" d="100"/>
          <a:sy n="69" d="100"/>
        </p:scale>
        <p:origin x="-141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8400" y="152401"/>
            <a:ext cx="4953000" cy="457199"/>
          </a:xfrm>
        </p:spPr>
        <p:txBody>
          <a:bodyPr>
            <a:normAutofit fontScale="9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GUI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PROGRAMMING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609600"/>
            <a:ext cx="8534400" cy="60198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Python provides various options for developing graphical user interfaces (GUIs). </a:t>
            </a:r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 the Python interface to the </a:t>
            </a:r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Tk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GUI toolkit shipped with Python. </a:t>
            </a:r>
          </a:p>
          <a:p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wxPython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This is an open-source Python interface for </a:t>
            </a:r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wxWindows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http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://wxpython.org. </a:t>
            </a:r>
          </a:p>
          <a:p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JPython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JPython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 a Python port for Java which gives Python scripts seamless access to Java class libraries on the local machine 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http://www.jython.org.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152400"/>
            <a:ext cx="3200400" cy="533400"/>
          </a:xfrm>
        </p:spPr>
        <p:txBody>
          <a:bodyPr>
            <a:normAutofit fontScale="90000"/>
          </a:bodyPr>
          <a:lstStyle/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Programming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534400" cy="5791200"/>
          </a:xfrm>
        </p:spPr>
        <p:txBody>
          <a:bodyPr>
            <a:normAutofit lnSpcReduction="10000"/>
          </a:bodyPr>
          <a:lstStyle/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is the standard GUI library for Python.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Python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when combined with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provides a fast and easy way to create GUI applications.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Creating a GUI application using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is an easy task.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Import the </a:t>
            </a:r>
            <a:r>
              <a:rPr lang="en-US" sz="2800" i="1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 module.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Create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GUI application main window.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Add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one or more of the above-mentioned widgets to the GUI application.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top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Tkinter.Tk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Code to add widgets will go here...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top.mainloop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Output</a:t>
            </a:r>
            <a:endParaRPr lang="en-US" sz="4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4600" y="1600200"/>
            <a:ext cx="44958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 Widgets 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provides various controls, such as buttons, labels and text boxes used in a GUI application.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These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controls are commonly called widgets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There are currently 15 types of widgets in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0" y="152400"/>
            <a:ext cx="3048000" cy="5334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. Button </a:t>
            </a:r>
            <a:endParaRPr lang="en-US" sz="24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2000"/>
            <a:ext cx="8305800" cy="57150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Button widget is used to add buttons in a Python application.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These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buttons can display text or images that convey the purpose of the buttons.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Syntax </a:t>
            </a:r>
            <a:endParaRPr lang="en-US" b="1" dirty="0" smtClean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 = Button ( master, option=value, ... )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master: This represents the parent window.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options: Here is the list of most commonly used options for this widget.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152400"/>
            <a:ext cx="3810000" cy="533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tkMessageBox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top =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Tkinter.Tk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helloCallBack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():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tkMessageBox.showinfo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 "Hello Python", "Hello World")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 =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Tkinter.Button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(top, text ="Hello", command =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helloCallBack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B.pack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top.mainloop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Output</a:t>
            </a:r>
            <a:endParaRPr lang="en-US" sz="36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1676400"/>
            <a:ext cx="54864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228600"/>
            <a:ext cx="3733800" cy="5334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Canvas </a:t>
            </a:r>
            <a:endParaRPr lang="en-US" sz="28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4864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Canvas is a rectangular area intended for drawing pictures or other complex layouts.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You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can place graphics, text, widgets2. or frames on a Canvas.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Syntax </a:t>
            </a:r>
            <a:endParaRPr lang="en-US" b="1" dirty="0" smtClean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 = Canvas ( master, option=value, ... 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152400"/>
            <a:ext cx="3276600" cy="381000"/>
          </a:xfrm>
        </p:spPr>
        <p:txBody>
          <a:bodyPr>
            <a:normAutofit fontScale="90000"/>
          </a:bodyPr>
          <a:lstStyle/>
          <a:p>
            <a:r>
              <a:rPr lang="en-US" sz="36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6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6388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tkMessageBox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top =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Tkinter.Tk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 =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Tkinter.Canvas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(top,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bg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="blue", height=250, width=300)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coord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= 10, 50, 240, 210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arc =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C.create_arc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coord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start=0, extent=150, fill="red")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C.pack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top.mainloop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Output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0" y="1600200"/>
            <a:ext cx="41910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800" y="152400"/>
            <a:ext cx="3048000" cy="533400"/>
          </a:xfrm>
        </p:spPr>
        <p:txBody>
          <a:bodyPr>
            <a:normAutofit fontScale="90000"/>
          </a:bodyPr>
          <a:lstStyle/>
          <a:p>
            <a:r>
              <a:rPr lang="en-US" sz="2800" b="1" dirty="0" err="1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Checkbutton</a:t>
            </a:r>
            <a:r>
              <a:rPr lang="en-US" b="1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Checkbutton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widget is used to display a number of options to a user as toggle buttons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user can then select one or more options by clicking the button corresponding to each option.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Syntax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Checkbutton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 master, option, ... 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152400"/>
            <a:ext cx="3352800" cy="457200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534400" cy="55626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from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import *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tkMessageBox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top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Tkinter.Tk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CheckVar1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IntVar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CheckVar2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IntVar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C1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Checkbutton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(top, text = "Music", variable = CheckVar1, \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onvalue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1,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offvalue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0, height=5, \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width = 20)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C2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Checkbutton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(top, text = "Video", variable = CheckVar2, \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onvalue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1,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offvalue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0, height=5, \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width = 20)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C1.pack()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C2.pack()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top.mainloop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Output</a:t>
            </a:r>
            <a:endParaRPr lang="en-US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1447800"/>
            <a:ext cx="52578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152400"/>
            <a:ext cx="2514600" cy="5334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Entry </a:t>
            </a:r>
            <a:endParaRPr lang="en-US" sz="28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864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you want to display multiple lines of text that can be edited, then you should use the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Text widget.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you want to display one or more lines of text that cannot be modified by the user, then you should use the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Label widget. </a:t>
            </a:r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Syntax </a:t>
            </a:r>
            <a:endParaRPr lang="en-US" b="1" dirty="0" smtClean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 = Entry( master, option, ... 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2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from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import *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top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L1 = Label(top, text="User Name")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L1.pack( side = LEFT)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E1 = Entry(top,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=5)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E1.pack(side = RIGHT)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top.mainloop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Output</a:t>
            </a:r>
            <a:endParaRPr lang="en-US" sz="36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1" y="2057400"/>
            <a:ext cx="452163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152400"/>
            <a:ext cx="3810000" cy="533400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Frame</a:t>
            </a:r>
            <a:endParaRPr lang="en-US" sz="36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Frame widget is very important for the process of grouping and organizing other widgets in a somehow friendly way.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works like a container, which is responsible for arranging the position of other widgets.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Syntax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 Frame ( master, option, ... 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152400"/>
            <a:ext cx="3200400" cy="457200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Output</a:t>
            </a:r>
            <a:endParaRPr lang="en-US" sz="32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5626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from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import *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root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frame = Frame(root)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frame.pack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bottomframe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Frame(root)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bottomframe.pack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side = BOTTOM 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redbutton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Button(frame, text="Red",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="red")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redbutton.pack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side = LEFT)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greenbutton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Button(frame, text="Brown",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="brown")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greenbutton.pack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side = LEFT 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bluebutton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Button(frame, text="Blue",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="blue")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bluebutton.pack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side = LEFT 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blackbutton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Button(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bottomframe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text="Black",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="black")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blackbutton.pack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side = BOTTOM)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root.mainloop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152400"/>
            <a:ext cx="5105400" cy="129540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Output</a:t>
            </a:r>
            <a:endParaRPr lang="en-US" sz="36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2286000"/>
            <a:ext cx="38862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152400"/>
            <a:ext cx="3581400" cy="457200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Label</a:t>
            </a:r>
            <a:r>
              <a:rPr lang="en-US" sz="3200" b="1" dirty="0" smtClean="0"/>
              <a:t> </a:t>
            </a:r>
            <a:endParaRPr lang="en-US" sz="3200" b="1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6388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widget implements a display box where you can place text or images. The text displayed by this widget can be updated at any time you want.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is also possible to underline part of the text (like to identify a keyboard shortcut) and span the text across multiple lines.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Syntax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 = Label ( master, option, ... 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152400"/>
            <a:ext cx="2895600" cy="457200"/>
          </a:xfrm>
        </p:spPr>
        <p:txBody>
          <a:bodyPr>
            <a:normAutofit fontScale="90000"/>
          </a:bodyPr>
          <a:lstStyle/>
          <a:p>
            <a:r>
              <a:rPr lang="en-US" sz="28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7150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from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import *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root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StringVar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label = Label( root,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textvariable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relief=RAISED 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var.set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("Hey!? How are you doing?")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label.pack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root.mainloop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Output</a:t>
            </a:r>
            <a:endParaRPr lang="en-US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2057400"/>
            <a:ext cx="5032075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sz="3200" b="1" dirty="0" err="1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Listbox</a:t>
            </a:r>
            <a:r>
              <a:rPr lang="en-US" b="1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Listbox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widget is used to display a list of items from which a user can select a number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items.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Syntax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Listbox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 master, option, ... )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0" y="152400"/>
            <a:ext cx="3200400" cy="533400"/>
          </a:xfrm>
        </p:spPr>
        <p:txBody>
          <a:bodyPr>
            <a:normAutofit fontScale="90000"/>
          </a:bodyPr>
          <a:lstStyle/>
          <a:p>
            <a:r>
              <a:rPr lang="en-US" sz="3200" b="1" dirty="0" err="1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Listbox</a:t>
            </a:r>
            <a:endParaRPr lang="en-US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562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from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import *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tkMessageBox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top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Lb1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Listbox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(top)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Lb1.insert(1, "Python")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Lb1.insert(2, "Perl")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Lb1.insert(3, "C")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Lb1.insert(4, "PHP")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Lb1.insert(5, "JSP")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Lb1.insert(6, "Ruby")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Lb1.pack()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top.mainloop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152400"/>
            <a:ext cx="3352800" cy="533400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Output</a:t>
            </a:r>
            <a:endParaRPr lang="en-US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3200" y="1371600"/>
            <a:ext cx="38100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961</Words>
  <Application>Microsoft Office PowerPoint</Application>
  <PresentationFormat>On-screen Show (4:3)</PresentationFormat>
  <Paragraphs>165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GUI PROGRAMMING </vt:lpstr>
      <vt:lpstr>Tkinter Programming </vt:lpstr>
      <vt:lpstr>Program</vt:lpstr>
      <vt:lpstr>Output</vt:lpstr>
      <vt:lpstr>Tkinter Widgets </vt:lpstr>
      <vt:lpstr>1. Button </vt:lpstr>
      <vt:lpstr>Program</vt:lpstr>
      <vt:lpstr>Output</vt:lpstr>
      <vt:lpstr>Canvas </vt:lpstr>
      <vt:lpstr>Program</vt:lpstr>
      <vt:lpstr>Output</vt:lpstr>
      <vt:lpstr>Checkbutton </vt:lpstr>
      <vt:lpstr>Program</vt:lpstr>
      <vt:lpstr>Output</vt:lpstr>
      <vt:lpstr>Entry </vt:lpstr>
      <vt:lpstr>Program</vt:lpstr>
      <vt:lpstr>Output</vt:lpstr>
      <vt:lpstr>Frame</vt:lpstr>
      <vt:lpstr>Output</vt:lpstr>
      <vt:lpstr>Output</vt:lpstr>
      <vt:lpstr>Label </vt:lpstr>
      <vt:lpstr>Program</vt:lpstr>
      <vt:lpstr>Output</vt:lpstr>
      <vt:lpstr>Listbox </vt:lpstr>
      <vt:lpstr>Listbox</vt:lpstr>
      <vt:lpstr>Output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HCT-03</dc:creator>
  <cp:lastModifiedBy>HCT-03</cp:lastModifiedBy>
  <cp:revision>24</cp:revision>
  <dcterms:created xsi:type="dcterms:W3CDTF">2006-08-16T00:00:00Z</dcterms:created>
  <dcterms:modified xsi:type="dcterms:W3CDTF">2017-05-04T06:40:35Z</dcterms:modified>
</cp:coreProperties>
</file>