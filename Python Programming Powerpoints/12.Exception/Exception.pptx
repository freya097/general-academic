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2" r:id="rId4"/>
    <p:sldId id="261" r:id="rId5"/>
    <p:sldId id="267" r:id="rId6"/>
    <p:sldId id="260" r:id="rId7"/>
    <p:sldId id="259" r:id="rId8"/>
    <p:sldId id="258" r:id="rId9"/>
    <p:sldId id="257" r:id="rId10"/>
    <p:sldId id="266" r:id="rId11"/>
    <p:sldId id="265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28601"/>
            <a:ext cx="4267200" cy="609599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EXCEPTIONS </a:t>
            </a:r>
            <a:endParaRPr lang="en-US" sz="28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219200"/>
            <a:ext cx="8305800" cy="4572000"/>
          </a:xfrm>
        </p:spPr>
        <p:txBody>
          <a:bodyPr>
            <a:normAutofit/>
          </a:bodyPr>
          <a:lstStyle/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Handle any unexpected error in our Python programs.</a:t>
            </a: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Exception Handling: Here is a list standard Exceptions available in Python: Standard Exceptions.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Assertions: This would be covered in Assertions in Python tutorial.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04800" y="304799"/>
          <a:ext cx="8610600" cy="61844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05300"/>
                <a:gridCol w="4305300"/>
              </a:tblGrid>
              <a:tr h="4747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baseline="0" dirty="0" smtClean="0">
                          <a:solidFill>
                            <a:srgbClr val="FF00FF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EXCEPTION NAME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baseline="0" dirty="0" smtClean="0">
                          <a:solidFill>
                            <a:srgbClr val="FF00FF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DESCRIPTION 	</a:t>
                      </a:r>
                    </a:p>
                  </a:txBody>
                  <a:tcPr/>
                </a:tc>
              </a:tr>
              <a:tr h="3956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Exception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Base class for all exceptions 	</a:t>
                      </a:r>
                    </a:p>
                  </a:txBody>
                  <a:tcPr/>
                </a:tc>
              </a:tr>
              <a:tr h="3956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SystemExit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Raised by the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sys.exit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() function.</a:t>
                      </a:r>
                      <a:endParaRPr 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6114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StandardError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Base class for all built-in exceptions except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StopIteration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and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SystemExit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. </a:t>
                      </a:r>
                    </a:p>
                  </a:txBody>
                  <a:tcPr/>
                </a:tc>
              </a:tr>
              <a:tr h="6114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ArithmeticError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Base class for all errors that occur for numeric calculation. 	</a:t>
                      </a:r>
                    </a:p>
                  </a:txBody>
                  <a:tcPr/>
                </a:tc>
              </a:tr>
              <a:tr h="6114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AttributeError</a:t>
                      </a:r>
                      <a:endParaRPr lang="en-US" sz="1600" kern="1200" baseline="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Raised in case of failure of attribute reference or assignment 	</a:t>
                      </a:r>
                    </a:p>
                  </a:txBody>
                  <a:tcPr/>
                </a:tc>
              </a:tr>
              <a:tr h="70953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EOFError</a:t>
                      </a:r>
                      <a:endParaRPr lang="en-US" sz="1600" kern="1200" baseline="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Raised when there is no input from either the </a:t>
                      </a: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raw_input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() or input() function and the end of file is reached. 	</a:t>
                      </a:r>
                    </a:p>
                  </a:txBody>
                  <a:tcPr/>
                </a:tc>
              </a:tr>
              <a:tr h="458954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ImportError</a:t>
                      </a:r>
                      <a:endParaRPr lang="en-US" sz="1600" kern="1200" baseline="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Raised when an import statement fails. </a:t>
                      </a:r>
                    </a:p>
                  </a:txBody>
                  <a:tcPr/>
                </a:tc>
              </a:tr>
              <a:tr h="6114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LookupError</a:t>
                      </a:r>
                      <a:endParaRPr lang="en-US" sz="1600" kern="1200" baseline="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Base class for all lookup errors. 	</a:t>
                      </a:r>
                    </a:p>
                  </a:txBody>
                  <a:tcPr/>
                </a:tc>
              </a:tr>
              <a:tr h="4609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IndexError</a:t>
                      </a: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Raised when an index is not found in a sequence. 	</a:t>
                      </a:r>
                    </a:p>
                  </a:txBody>
                  <a:tcPr/>
                </a:tc>
              </a:tr>
              <a:tr h="61146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err="1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RuntimeError</a:t>
                      </a:r>
                      <a:endParaRPr lang="en-US" sz="1600" kern="1200" baseline="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Raised when a generated error does not fall into any category. 	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152400"/>
            <a:ext cx="45720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Assertions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388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Assertions: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 assertion is a sanity-check that you can turn on or turn off when you are done with your testing of the program.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Programmers often place assertions at the start of a function to check for valid input, and after a function call to check for valid output.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The assert Statement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expression is false, Python raises an </a:t>
            </a:r>
            <a:r>
              <a:rPr lang="en-US" sz="2800" dirty="0" err="1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AssertionError</a:t>
            </a:r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exception.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8382000" cy="62484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assert Expression[, Arguments]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Program: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KelvinToFahrenheit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(Temperature):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assert (Temperature &gt;= 0),"Colder than absolute zero!"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return ((Temperature-273)*1.8)+32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KelvinToFahrenheit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(273)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KelvinToFahrenheit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(505.78))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KelvinToFahrenheit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(-5)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200" y="152400"/>
            <a:ext cx="3352800" cy="762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Output</a:t>
            </a:r>
            <a:endParaRPr lang="en-US" sz="36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4830763"/>
          </a:xfrm>
        </p:spPr>
        <p:txBody>
          <a:bodyPr>
            <a:normAutofit/>
          </a:bodyPr>
          <a:lstStyle/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32.0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451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Traceback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(most recent call last):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File "test.py", line 9, in &lt;module&gt;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KelvinToFahrenheit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(-5)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File "test.py", line 4, in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KelvinToFahrenheit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assert (Temperature &gt;= 0),"Colder than absolute zero!"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AssertionError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Colder than absolute zero!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52400"/>
            <a:ext cx="4953000" cy="6858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What is Exception?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486400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 exception is an event, which occurs during the execution of a program that disrupts the normal flow of the program's instructions.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Handling an Exception </a:t>
            </a:r>
          </a:p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Suspicious code that may raise an exception, you can defend your program by placing the suspicious code in a try: block.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After the try: block, include an except: statement, followed by a block of code which handles the problem as elegantly as possible.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400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try: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 do your operations here;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......................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except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ExceptionI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there is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ExceptionI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then execute this block.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except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ExceptionII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there is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ExceptionII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then execute this block.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......................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else: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there is no exception then execute this block.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28600"/>
            <a:ext cx="3733800" cy="563562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458200" cy="5562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try: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fh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= open("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testfile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", "w")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fh.write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("This is my test file for exception handling!!")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except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IOError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"Error: can\'t find file or read data"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else: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"Written content in the file successfully"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fh.close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()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74638"/>
            <a:ext cx="5638800" cy="563562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Argument of an Exception </a:t>
            </a:r>
            <a:endParaRPr lang="en-US" sz="2800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7150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exception can have an argument, which is a value that gives additional information about the problem.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contents of the argument vary by exception.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try: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 do your operations here;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......................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except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ExceptionType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Argument: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 can print value of Argument here...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52400"/>
            <a:ext cx="4343400" cy="6096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7696200" cy="5181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 Define a function here.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temp_convert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try: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except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ValueError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, Argument: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print "The argument does not contain numbers\n", Argument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# Call above function here. </a:t>
            </a:r>
          </a:p>
          <a:p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temp_convert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("xyz");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52400"/>
            <a:ext cx="3429000" cy="6096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Raising an Exception </a:t>
            </a:r>
            <a:endParaRPr lang="en-US" sz="28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86800" cy="5715000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Raise exceptions in several ways by using the raise statement.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 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raise [Exception [,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[,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traceback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]]]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Exception is the type of exception (For example,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NameError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and argument is a value for the exception argument.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152400"/>
            <a:ext cx="4724400" cy="8382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3200" b="1" dirty="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90600"/>
            <a:ext cx="8610600" cy="4419600"/>
          </a:xfrm>
        </p:spPr>
        <p:txBody>
          <a:bodyPr>
            <a:normAutofit/>
          </a:bodyPr>
          <a:lstStyle/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functionName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 level ):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level &lt; 1: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raise "Invalid level!", level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The code below to this would not be executed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 if we raise the exception.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676</Words>
  <Application>Microsoft Office PowerPoint</Application>
  <PresentationFormat>On-screen Show (4:3)</PresentationFormat>
  <Paragraphs>120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EXCEPTIONS </vt:lpstr>
      <vt:lpstr>Slide 2</vt:lpstr>
      <vt:lpstr>Assertions</vt:lpstr>
      <vt:lpstr>Slide 4</vt:lpstr>
      <vt:lpstr>Output</vt:lpstr>
      <vt:lpstr>What is Exception? </vt:lpstr>
      <vt:lpstr>Slide 7</vt:lpstr>
      <vt:lpstr>Program</vt:lpstr>
      <vt:lpstr>Argument of an Exception </vt:lpstr>
      <vt:lpstr>Program</vt:lpstr>
      <vt:lpstr>Raising an Exception </vt:lpstr>
      <vt:lpstr>Program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EXCEPTIONS </dc:title>
  <dc:creator>HCT-03</dc:creator>
  <cp:lastModifiedBy>HCT-03</cp:lastModifiedBy>
  <cp:revision>25</cp:revision>
  <dcterms:created xsi:type="dcterms:W3CDTF">2006-08-16T00:00:00Z</dcterms:created>
  <dcterms:modified xsi:type="dcterms:W3CDTF">2016-09-19T13:30:36Z</dcterms:modified>
</cp:coreProperties>
</file>