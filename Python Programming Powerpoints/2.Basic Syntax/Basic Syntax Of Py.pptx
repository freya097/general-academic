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9" r:id="rId2"/>
    <p:sldId id="270" r:id="rId3"/>
    <p:sldId id="259" r:id="rId4"/>
    <p:sldId id="258" r:id="rId5"/>
    <p:sldId id="257" r:id="rId6"/>
    <p:sldId id="260" r:id="rId7"/>
    <p:sldId id="262" r:id="rId8"/>
    <p:sldId id="261" r:id="rId9"/>
    <p:sldId id="265" r:id="rId10"/>
    <p:sldId id="264" r:id="rId11"/>
    <p:sldId id="268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j011107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19713126">
            <a:off x="3048000" y="1295400"/>
            <a:ext cx="2438400" cy="352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228600"/>
            <a:ext cx="6934200" cy="9175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0066"/>
                </a:solidFill>
                <a:latin typeface="Algerian" pitchFamily="82" charset="0"/>
              </a:rPr>
              <a:t>BASIC SYNTAX </a:t>
            </a:r>
            <a:endParaRPr lang="en-US" dirty="0">
              <a:solidFill>
                <a:srgbClr val="FF0066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229600" cy="5181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D:\Softwares\Script\Python\PowerPoints\Python Cmd Promp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399" y="1371600"/>
            <a:ext cx="8229601" cy="518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/>
          <a:lstStyle/>
          <a:p>
            <a:endParaRPr lang="en-US" sz="2800" dirty="0" smtClean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Type the following text at the Python prompt and press the Enter: </a:t>
            </a:r>
          </a:p>
          <a:p>
            <a:endParaRPr lang="en-US" dirty="0" smtClean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66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&gt;&gt;&gt; print "Hello, Python!"; </a:t>
            </a:r>
          </a:p>
          <a:p>
            <a:endParaRPr lang="en-US" dirty="0" smtClean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Python version 2.4.3, this produces the following result: </a:t>
            </a:r>
          </a:p>
          <a:p>
            <a:endParaRPr lang="en-US" dirty="0" smtClean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66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Hello, Python! </a:t>
            </a:r>
            <a:endParaRPr lang="en-US" dirty="0">
              <a:solidFill>
                <a:srgbClr val="FF0066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/>
          <a:lstStyle/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                         Script Mode Programming</a:t>
            </a: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files have extension </a:t>
            </a:r>
            <a:r>
              <a:rPr lang="en-US" sz="24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 err="1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py</a:t>
            </a:r>
            <a:r>
              <a:rPr lang="en-US" sz="24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Type the following source code in a test.py file: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"Hello, Python!";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Here is the modified test.py file: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2400" dirty="0" err="1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4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sz="24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print "Hello, Python!"; </a:t>
            </a:r>
            <a:endParaRPr lang="en-US" sz="24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6248400" cy="8683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Python Identifiers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 fontScale="92500" lnSpcReduction="20000"/>
          </a:bodyPr>
          <a:lstStyle/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Python identifier is a name used to identify a variable, function, class, module, or other object. An identifier starts with a letter A to Z or a to z, or an underscore (_) followed by zero or more letters, underscores and digits (0 to 9).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does not allow punctuation characters such as @, $, and % within identifiers.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names start with an uppercase letter. All other identifiers start with a lowercase letter.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an identifier with a single leading underscore indicates that the identifier is private.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an identifier with two leading underscores indicates a strongly private identifier.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5638800" cy="5334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Python Keywords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28600" y="838200"/>
          <a:ext cx="8686800" cy="56388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5600"/>
                <a:gridCol w="2895600"/>
                <a:gridCol w="2895600"/>
              </a:tblGrid>
              <a:tr h="6449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exec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 </a:t>
                      </a:r>
                      <a:endParaRPr lang="en-US" dirty="0"/>
                    </a:p>
                  </a:txBody>
                  <a:tcPr/>
                </a:tc>
              </a:tr>
              <a:tr h="5159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Assert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finally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 	</a:t>
                      </a:r>
                    </a:p>
                  </a:txBody>
                  <a:tcPr/>
                </a:tc>
              </a:tr>
              <a:tr h="5528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Break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pass 	</a:t>
                      </a:r>
                    </a:p>
                  </a:txBody>
                  <a:tcPr/>
                </a:tc>
              </a:tr>
              <a:tr h="5528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Class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from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print 	</a:t>
                      </a:r>
                    </a:p>
                  </a:txBody>
                  <a:tcPr/>
                </a:tc>
              </a:tr>
              <a:tr h="5528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Continue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global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raise 	</a:t>
                      </a:r>
                    </a:p>
                  </a:txBody>
                  <a:tcPr/>
                </a:tc>
              </a:tr>
              <a:tr h="5528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 	</a:t>
                      </a:r>
                    </a:p>
                  </a:txBody>
                  <a:tcPr/>
                </a:tc>
              </a:tr>
              <a:tr h="4606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import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try 	</a:t>
                      </a:r>
                    </a:p>
                  </a:txBody>
                  <a:tcPr/>
                </a:tc>
              </a:tr>
              <a:tr h="5528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elif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while 	</a:t>
                      </a:r>
                    </a:p>
                  </a:txBody>
                  <a:tcPr/>
                </a:tc>
              </a:tr>
              <a:tr h="5528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else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with 	</a:t>
                      </a:r>
                    </a:p>
                  </a:txBody>
                  <a:tcPr/>
                </a:tc>
              </a:tr>
              <a:tr h="7002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except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lambda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yield 	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001000" cy="7159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Quotation in Python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>
            <a:normAutofit/>
          </a:bodyPr>
          <a:lstStyle/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accepts single ('), double (") and triple (''' or """) quotes to denote string literals, as long as the same type of quote starts and ends the string.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word = 'word'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sentence = "This is a sentence."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paragraph = """This is a paragraph. It is made up of multiple lines and sentences."""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153400" cy="7620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Comments in Python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hash sign (#) that is not inside a string literal begins a comment.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Code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First comment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"Hello, Python!"; # second comment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0772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VARIABLE TYPES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Variables are nothing but reserved memory locations to store values.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Based on the data type of a variable, the interpreter allocates memory and decides what can be stored in the reserved memory. 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Assigning Values to Variables </a:t>
            </a:r>
          </a:p>
          <a:p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equal sign (=) is used to assign values to variables.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counter = 100 # An integer assignment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miles = 1000.0 # A floating point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name = "John" # A string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print counter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print miles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print name 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6019800" cy="6858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Python Strings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715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Strings in Python are identified as a contiguous set of characters represented in the quotation marks.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'Hello World!'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# Prints complete string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[0] # Prints first character of the string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[2:5] # Prints characters starting from 3rd to 5th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[2:] # Prints string starting from 3rd character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* 2 # Prints string two times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"TEST" # Prints concatenated string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6019800" cy="563562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Python Lists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9436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list contains items separated by commas and enclosed within square brackets ([]).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values stored in a list can be accessed using the slice operator ([ ] and [:]) with indexes starting at 0 in the beginning of the list and working their way to end -1.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/>
              <a:t>#!/</a:t>
            </a:r>
            <a:r>
              <a:rPr lang="en-US" sz="2400" dirty="0" err="1" smtClean="0"/>
              <a:t>usr</a:t>
            </a:r>
            <a:r>
              <a:rPr lang="en-US" sz="2400" dirty="0" smtClean="0"/>
              <a:t>/bin/python </a:t>
            </a:r>
          </a:p>
          <a:p>
            <a:r>
              <a:rPr lang="en-US" sz="2400" dirty="0" smtClean="0"/>
              <a:t>list = [ '</a:t>
            </a:r>
            <a:r>
              <a:rPr lang="en-US" sz="2400" dirty="0" err="1" smtClean="0"/>
              <a:t>abcd</a:t>
            </a:r>
            <a:r>
              <a:rPr lang="en-US" sz="2400" dirty="0" smtClean="0"/>
              <a:t>', 786 , 2.23, 'john', 70.2 ] </a:t>
            </a:r>
          </a:p>
          <a:p>
            <a:r>
              <a:rPr lang="en-US" sz="2400" dirty="0" err="1" smtClean="0"/>
              <a:t>tinylist</a:t>
            </a:r>
            <a:r>
              <a:rPr lang="en-US" sz="2400" dirty="0" smtClean="0"/>
              <a:t> = [123, 'john'] </a:t>
            </a:r>
          </a:p>
          <a:p>
            <a:r>
              <a:rPr lang="en-US" sz="2400" dirty="0" smtClean="0"/>
              <a:t>print list # Prints complete list </a:t>
            </a:r>
          </a:p>
          <a:p>
            <a:r>
              <a:rPr lang="en-US" sz="2400" dirty="0" smtClean="0"/>
              <a:t>print list[0] # Prints first element of the list </a:t>
            </a:r>
          </a:p>
          <a:p>
            <a:r>
              <a:rPr lang="en-US" sz="2400" dirty="0" smtClean="0"/>
              <a:t>print list[1:3] # Prints elements starting from 2nd till 3rd </a:t>
            </a:r>
          </a:p>
          <a:p>
            <a:r>
              <a:rPr lang="en-US" sz="2400" dirty="0" smtClean="0"/>
              <a:t>print list[2:] # Prints elements starting from 3rd element </a:t>
            </a:r>
          </a:p>
          <a:p>
            <a:r>
              <a:rPr lang="en-US" sz="2400" dirty="0" smtClean="0"/>
              <a:t>print </a:t>
            </a:r>
            <a:r>
              <a:rPr lang="en-US" sz="2400" dirty="0" err="1" smtClean="0"/>
              <a:t>tinylist</a:t>
            </a:r>
            <a:r>
              <a:rPr lang="en-US" sz="2400" dirty="0" smtClean="0"/>
              <a:t> * 2 # Prints list two times </a:t>
            </a:r>
          </a:p>
          <a:p>
            <a:r>
              <a:rPr lang="en-US" sz="2400" dirty="0" smtClean="0"/>
              <a:t>print list + </a:t>
            </a:r>
            <a:r>
              <a:rPr lang="en-US" sz="2400" dirty="0" err="1" smtClean="0"/>
              <a:t>tinylist</a:t>
            </a:r>
            <a:r>
              <a:rPr lang="en-US" sz="2400" dirty="0" smtClean="0"/>
              <a:t> # Prints concatenated lists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6934200" cy="6397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562600"/>
          </a:xfrm>
        </p:spPr>
        <p:txBody>
          <a:bodyPr>
            <a:normAutofit fontScale="70000" lnSpcReduction="20000"/>
          </a:bodyPr>
          <a:lstStyle/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9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is another sequence data type that is similar to the list. </a:t>
            </a:r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9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consists of a number of values separated by commas. </a:t>
            </a:r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Main differences between lists and </a:t>
            </a:r>
            <a:r>
              <a:rPr lang="en-US" sz="2900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are: Lists are enclosed in brackets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( [ ] )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66"/>
                </a:solidFill>
              </a:rPr>
              <a:t>Program:</a:t>
            </a:r>
          </a:p>
          <a:p>
            <a:endParaRPr lang="en-US" dirty="0" smtClean="0"/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= ( '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abcd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', 786 , 2.23, 'john', 70.2 ) </a:t>
            </a:r>
          </a:p>
          <a:p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tinytuple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= (123, 'john')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# Prints complete list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[0] # Prints first element of the list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[1:3] # Prints elements starting from 2nd till 3rd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[2:] # Prints elements starting from 3rd element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tinytuple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* 2 # Prints list two times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tinytuple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# Prints concatenated lists </a:t>
            </a:r>
            <a:endParaRPr lang="en-US" sz="3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409</TotalTime>
  <Words>742</Words>
  <Application>Microsoft Office PowerPoint</Application>
  <PresentationFormat>On-screen Show (4:3)</PresentationFormat>
  <Paragraphs>137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Slide 1</vt:lpstr>
      <vt:lpstr> BASIC SYNTAX </vt:lpstr>
      <vt:lpstr>Slide 3</vt:lpstr>
      <vt:lpstr>Slide 4</vt:lpstr>
      <vt:lpstr>Python Identifiers</vt:lpstr>
      <vt:lpstr>Python Keywords </vt:lpstr>
      <vt:lpstr>Quotation in Python</vt:lpstr>
      <vt:lpstr>Comments in Python</vt:lpstr>
      <vt:lpstr> VARIABLE TYPES </vt:lpstr>
      <vt:lpstr>Python Strings</vt:lpstr>
      <vt:lpstr>Python Lists</vt:lpstr>
      <vt:lpstr>Python Tuples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BASIC SYNTAX </dc:title>
  <dc:creator>HCT-03</dc:creator>
  <cp:lastModifiedBy>HCT-03</cp:lastModifiedBy>
  <cp:revision>43</cp:revision>
  <dcterms:created xsi:type="dcterms:W3CDTF">2006-08-16T00:00:00Z</dcterms:created>
  <dcterms:modified xsi:type="dcterms:W3CDTF">2016-08-23T12:37:38Z</dcterms:modified>
</cp:coreProperties>
</file>