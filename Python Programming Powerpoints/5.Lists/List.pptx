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1" r:id="rId3"/>
    <p:sldId id="260" r:id="rId4"/>
    <p:sldId id="259" r:id="rId5"/>
    <p:sldId id="262" r:id="rId6"/>
    <p:sldId id="258" r:id="rId7"/>
    <p:sldId id="266" r:id="rId8"/>
    <p:sldId id="265" r:id="rId9"/>
    <p:sldId id="264" r:id="rId10"/>
    <p:sldId id="263" r:id="rId11"/>
    <p:sldId id="269" r:id="rId12"/>
    <p:sldId id="268" r:id="rId13"/>
    <p:sldId id="267" r:id="rId14"/>
    <p:sldId id="274" r:id="rId15"/>
    <p:sldId id="273" r:id="rId16"/>
    <p:sldId id="272" r:id="rId17"/>
    <p:sldId id="271" r:id="rId18"/>
    <p:sldId id="270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FF33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2600" y="228601"/>
            <a:ext cx="5334000" cy="609599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>
                <a:solidFill>
                  <a:srgbClr val="FF33CC"/>
                </a:solidFill>
                <a:latin typeface="Times New Roman" pitchFamily="18" charset="0"/>
                <a:cs typeface="Times New Roman" pitchFamily="18" charset="0"/>
              </a:rPr>
              <a:t>LISTS </a:t>
            </a:r>
            <a:endParaRPr lang="en-US" sz="3600" b="1" dirty="0">
              <a:solidFill>
                <a:srgbClr val="FF33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990600"/>
            <a:ext cx="8382000" cy="51054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list is a most versatile datatype available in Python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can be written as a list of comma-separated values (items) between square brackets. </a:t>
            </a:r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most basic data structure in Python is the sequence. </a:t>
            </a:r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Examples:</a:t>
            </a:r>
          </a:p>
          <a:p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list1 = ['physics', 'chemistry', 1997, 2000]; </a:t>
            </a:r>
          </a:p>
          <a:p>
            <a:r>
              <a:rPr lang="da-DK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list2 = [1, 2, 3, 4, 5 ]; </a:t>
            </a:r>
          </a:p>
          <a:p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list3 = ["a", "b", "c", "d"]; </a:t>
            </a: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562600"/>
            <a:ext cx="15240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274638"/>
            <a:ext cx="5105400" cy="944562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33CC"/>
                </a:solidFill>
                <a:latin typeface="Times New Roman" pitchFamily="18" charset="0"/>
                <a:cs typeface="Times New Roman" pitchFamily="18" charset="0"/>
              </a:rPr>
              <a:t>Accessing Values in Lists</a:t>
            </a:r>
            <a:endParaRPr lang="en-US" sz="2800" dirty="0">
              <a:solidFill>
                <a:srgbClr val="FF33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752600"/>
            <a:ext cx="8763000" cy="19812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Access values in lists, use the square brackets for slicing along with the index or indices to obtain value available at that index.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74638"/>
            <a:ext cx="5715000" cy="715962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FF33CC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3200" dirty="0">
              <a:solidFill>
                <a:srgbClr val="FF33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1"/>
            <a:ext cx="8229600" cy="37338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list1 = ['physics', 'chemistry', 1997, 2000]; </a:t>
            </a:r>
          </a:p>
          <a:p>
            <a:r>
              <a:rPr lang="da-DK" dirty="0" smtClean="0">
                <a:latin typeface="Times New Roman" pitchFamily="18" charset="0"/>
                <a:cs typeface="Times New Roman" pitchFamily="18" charset="0"/>
              </a:rPr>
              <a:t>list2 = [1, 2, 3, 4, 5, 6, 7 ];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"list1[0]: ", list1[0]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"list2[1:5]: ", list2[1:5]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563562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33CC"/>
                </a:solidFill>
                <a:latin typeface="Times New Roman" pitchFamily="18" charset="0"/>
                <a:cs typeface="Times New Roman" pitchFamily="18" charset="0"/>
              </a:rPr>
              <a:t>Updating Lists</a:t>
            </a:r>
            <a:endParaRPr lang="en-US" sz="2800" dirty="0">
              <a:solidFill>
                <a:srgbClr val="FF33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362201"/>
            <a:ext cx="8763000" cy="29718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Update single or multiple elements of lists by giving the slice on the left-hand side of the assignment operator, and you can add to elements in a list with the append() method.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33CC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solidFill>
                <a:srgbClr val="FF33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list = ['physics', 'chemistry', 1997, 2000];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"Value available at index 2 : "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list[2];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list[2] = 2001;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"New value available at index 2 : "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list[2];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33CC"/>
                </a:solidFill>
                <a:latin typeface="Times New Roman" pitchFamily="18" charset="0"/>
                <a:cs typeface="Times New Roman" pitchFamily="18" charset="0"/>
              </a:rPr>
              <a:t>Deleting List Elements</a:t>
            </a:r>
            <a:endParaRPr lang="en-US" sz="3600" dirty="0">
              <a:solidFill>
                <a:srgbClr val="FF33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068763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remove a list element, you can use either the del statement if you know exactly which element(s) you are deleting or the remove() method if you do not know.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FF33CC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3600" dirty="0">
              <a:solidFill>
                <a:srgbClr val="FF33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list1 = ['physics', 'chemistry', 1997, 2000];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list1;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del list1[2];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"After deleting value at index 2 : "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list1;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274638"/>
            <a:ext cx="5181600" cy="563562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33CC"/>
                </a:solidFill>
                <a:latin typeface="Times New Roman" pitchFamily="18" charset="0"/>
                <a:cs typeface="Times New Roman" pitchFamily="18" charset="0"/>
              </a:rPr>
              <a:t>Basic List Operations</a:t>
            </a:r>
            <a:endParaRPr lang="en-US" sz="2800" dirty="0">
              <a:solidFill>
                <a:srgbClr val="FF33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3340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Lists respond to the + and * operators much like strings; they mean concatenation and repetition here too, except that the result is a new list, not a string.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rgbClr val="FF33CC"/>
                </a:solidFill>
                <a:latin typeface="Times New Roman" pitchFamily="18" charset="0"/>
                <a:cs typeface="Times New Roman" pitchFamily="18" charset="0"/>
              </a:rPr>
              <a:t>Indexing, Slicing, and Matrixes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Because lists are sequences, indexing and slicing work the same way for lists as they do for strings.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274638"/>
            <a:ext cx="5105400" cy="411162"/>
          </a:xfrm>
        </p:spPr>
        <p:txBody>
          <a:bodyPr>
            <a:normAutofit fontScale="90000"/>
          </a:bodyPr>
          <a:lstStyle/>
          <a:p>
            <a:r>
              <a:rPr lang="en-US" sz="2800" b="1" dirty="0" err="1" smtClean="0">
                <a:solidFill>
                  <a:srgbClr val="FF33CC"/>
                </a:solidFill>
                <a:latin typeface="Times New Roman" pitchFamily="18" charset="0"/>
                <a:cs typeface="Times New Roman" pitchFamily="18" charset="0"/>
              </a:rPr>
              <a:t>Cmp</a:t>
            </a:r>
            <a:r>
              <a:rPr lang="en-US" sz="2800" b="1" dirty="0" smtClean="0">
                <a:solidFill>
                  <a:srgbClr val="FF33CC"/>
                </a:solidFill>
                <a:latin typeface="Times New Roman" pitchFamily="18" charset="0"/>
                <a:cs typeface="Times New Roman" pitchFamily="18" charset="0"/>
              </a:rPr>
              <a:t>(list1, list2)</a:t>
            </a:r>
            <a:endParaRPr lang="en-US" sz="2800" dirty="0">
              <a:solidFill>
                <a:srgbClr val="FF33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343400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method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cmp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() compares elements of two lists.</a:t>
            </a:r>
          </a:p>
          <a:p>
            <a:r>
              <a:rPr lang="en-US" b="1" dirty="0" smtClean="0">
                <a:solidFill>
                  <a:srgbClr val="FF33CC"/>
                </a:solidFill>
                <a:latin typeface="Times New Roman" pitchFamily="18" charset="0"/>
                <a:cs typeface="Times New Roman" pitchFamily="18" charset="0"/>
              </a:rPr>
              <a:t>Syntax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Following is the syntax for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cmp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() method: </a:t>
            </a:r>
          </a:p>
          <a:p>
            <a:r>
              <a:rPr lang="en-US" dirty="0" err="1" smtClean="0">
                <a:solidFill>
                  <a:srgbClr val="FF33CC"/>
                </a:solidFill>
                <a:latin typeface="Times New Roman" pitchFamily="18" charset="0"/>
                <a:cs typeface="Times New Roman" pitchFamily="18" charset="0"/>
              </a:rPr>
              <a:t>cmp</a:t>
            </a:r>
            <a:r>
              <a:rPr lang="en-US" dirty="0" smtClean="0">
                <a:solidFill>
                  <a:srgbClr val="FF33CC"/>
                </a:solidFill>
                <a:latin typeface="Times New Roman" pitchFamily="18" charset="0"/>
                <a:cs typeface="Times New Roman" pitchFamily="18" charset="0"/>
              </a:rPr>
              <a:t>(list1, list2)</a:t>
            </a:r>
          </a:p>
          <a:p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solidFill>
                  <a:srgbClr val="FF33CC"/>
                </a:solidFill>
                <a:latin typeface="Times New Roman" pitchFamily="18" charset="0"/>
                <a:cs typeface="Times New Roman" pitchFamily="18" charset="0"/>
              </a:rPr>
              <a:t>Parameters </a:t>
            </a:r>
          </a:p>
          <a:p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list1 -- This is the first list to be compared.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list2 -- This is the second list to be compared.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274638"/>
            <a:ext cx="4876800" cy="639762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33CC"/>
                </a:solidFill>
                <a:latin typeface="Times New Roman" pitchFamily="18" charset="0"/>
                <a:cs typeface="Times New Roman" pitchFamily="18" charset="0"/>
              </a:rPr>
              <a:t>Return Value</a:t>
            </a:r>
            <a:endParaRPr lang="en-US" sz="2800" dirty="0">
              <a:solidFill>
                <a:srgbClr val="FF33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864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elements are of the same type, perform the compare and return the result. If elements are different types, check to see if they are numbers.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numbers, perform numeric coercion if necessary and compare.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either element is a number, then the other element is "larger" (numbers are "smallest").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Otherwise, types are sorted alphabetically by name.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274638"/>
            <a:ext cx="62484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33CC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solidFill>
                <a:srgbClr val="FF33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list1, list2 = [123, 'xyz'], [456, '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abc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']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cmp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(list1, list2);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cmp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(list2, list1);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list3 = list2 + [786];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cmp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(list2, list3)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274638"/>
            <a:ext cx="4876800" cy="639762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33CC"/>
                </a:solidFill>
                <a:latin typeface="Times New Roman" pitchFamily="18" charset="0"/>
                <a:cs typeface="Times New Roman" pitchFamily="18" charset="0"/>
              </a:rPr>
              <a:t>min(list) </a:t>
            </a:r>
            <a:endParaRPr lang="en-US" sz="2800" dirty="0">
              <a:solidFill>
                <a:srgbClr val="FF33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4102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method min() returns the elements from the list with minimum value.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Syntax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rgbClr val="FF33CC"/>
                </a:solidFill>
                <a:latin typeface="Times New Roman" pitchFamily="18" charset="0"/>
                <a:cs typeface="Times New Roman" pitchFamily="18" charset="0"/>
              </a:rPr>
              <a:t>min(list)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Parameters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list -- This is a list from which min valued element to be returned.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33CC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solidFill>
                <a:srgbClr val="FF33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90799"/>
            <a:ext cx="8229600" cy="2971801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list1, list2 = [123, 'xyz', '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zara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', '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abc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'], [456, 700, 200]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print "min value element : ", min(list1);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print "min value element : ", min(list2);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0" y="152400"/>
            <a:ext cx="4495800" cy="533400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max(list) </a:t>
            </a:r>
            <a:endParaRPr lang="en-US" sz="32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102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Method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max returns the elements from the list with maximum value.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Syntax 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Following is the syntax for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max() method: 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max(list)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228600"/>
            <a:ext cx="4724400" cy="609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3962400"/>
          </a:xfrm>
        </p:spPr>
        <p:txBody>
          <a:bodyPr>
            <a:normAutofit/>
          </a:bodyPr>
          <a:lstStyle/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list1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list2 = [123, 'xyz', '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zara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', '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abc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'], [456, 700, 200] 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print "Max value element : ", max(list1); 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print "Max value element : ", max(list2);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152400"/>
            <a:ext cx="4953000" cy="685800"/>
          </a:xfrm>
        </p:spPr>
        <p:txBody>
          <a:bodyPr>
            <a:normAutofit/>
          </a:bodyPr>
          <a:lstStyle/>
          <a:p>
            <a:r>
              <a:rPr lang="en-US" sz="2800" b="1" dirty="0" err="1" smtClean="0">
                <a:solidFill>
                  <a:srgbClr val="FF33CC"/>
                </a:solidFill>
                <a:latin typeface="Times New Roman" pitchFamily="18" charset="0"/>
                <a:cs typeface="Times New Roman" pitchFamily="18" charset="0"/>
              </a:rPr>
              <a:t>list.sort</a:t>
            </a:r>
            <a:r>
              <a:rPr lang="en-US" sz="2800" b="1" dirty="0" smtClean="0">
                <a:solidFill>
                  <a:srgbClr val="FF33CC"/>
                </a:solidFill>
                <a:latin typeface="Times New Roman" pitchFamily="18" charset="0"/>
                <a:cs typeface="Times New Roman" pitchFamily="18" charset="0"/>
              </a:rPr>
              <a:t>([</a:t>
            </a:r>
            <a:r>
              <a:rPr lang="en-US" sz="2800" b="1" dirty="0" err="1" smtClean="0">
                <a:solidFill>
                  <a:srgbClr val="FF33CC"/>
                </a:solidFill>
                <a:latin typeface="Times New Roman" pitchFamily="18" charset="0"/>
                <a:cs typeface="Times New Roman" pitchFamily="18" charset="0"/>
              </a:rPr>
              <a:t>func</a:t>
            </a:r>
            <a:r>
              <a:rPr lang="en-US" sz="2800" b="1" dirty="0" smtClean="0">
                <a:solidFill>
                  <a:srgbClr val="FF33CC"/>
                </a:solidFill>
                <a:latin typeface="Times New Roman" pitchFamily="18" charset="0"/>
                <a:cs typeface="Times New Roman" pitchFamily="18" charset="0"/>
              </a:rPr>
              <a:t>]) </a:t>
            </a:r>
            <a:endParaRPr lang="en-US" sz="2800" dirty="0">
              <a:solidFill>
                <a:srgbClr val="FF33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6388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method reverse() reverses objects of list in place.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Syntax </a:t>
            </a:r>
          </a:p>
          <a:p>
            <a:r>
              <a:rPr lang="en-US" dirty="0" err="1" smtClean="0">
                <a:solidFill>
                  <a:srgbClr val="FF33CC"/>
                </a:solidFill>
                <a:latin typeface="Times New Roman" pitchFamily="18" charset="0"/>
                <a:cs typeface="Times New Roman" pitchFamily="18" charset="0"/>
              </a:rPr>
              <a:t>list.reverse</a:t>
            </a:r>
            <a:r>
              <a:rPr lang="en-US" dirty="0" smtClean="0">
                <a:solidFill>
                  <a:srgbClr val="FF33CC"/>
                </a:solidFill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endParaRPr lang="en-US" sz="17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Parameters </a:t>
            </a:r>
          </a:p>
          <a:p>
            <a:r>
              <a:rPr lang="en-US" dirty="0" smtClean="0">
                <a:solidFill>
                  <a:srgbClr val="FF33CC"/>
                </a:solidFill>
                <a:latin typeface="Times New Roman" pitchFamily="18" charset="0"/>
                <a:cs typeface="Times New Roman" pitchFamily="18" charset="0"/>
              </a:rPr>
              <a:t>NA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Value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method does not return any value but reverse the given object from the list.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33CC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solidFill>
                <a:srgbClr val="FF33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0"/>
            <a:ext cx="8229600" cy="3840163"/>
          </a:xfrm>
        </p:spPr>
        <p:txBody>
          <a:bodyPr/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aList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[123, 'xyz', '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zara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', '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abc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', 'xyz'];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aList.reverse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"List : ",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aList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486</TotalTime>
  <Words>721</Words>
  <Application>Microsoft Office PowerPoint</Application>
  <PresentationFormat>On-screen Show (4:3)</PresentationFormat>
  <Paragraphs>101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LISTS </vt:lpstr>
      <vt:lpstr>Accessing Values in Lists</vt:lpstr>
      <vt:lpstr>Program</vt:lpstr>
      <vt:lpstr>Updating Lists</vt:lpstr>
      <vt:lpstr>Program</vt:lpstr>
      <vt:lpstr>Deleting List Elements</vt:lpstr>
      <vt:lpstr>Program</vt:lpstr>
      <vt:lpstr>Basic List Operations</vt:lpstr>
      <vt:lpstr>Cmp(list1, list2)</vt:lpstr>
      <vt:lpstr>Return Value</vt:lpstr>
      <vt:lpstr>Program</vt:lpstr>
      <vt:lpstr>min(list) </vt:lpstr>
      <vt:lpstr>Program</vt:lpstr>
      <vt:lpstr>max(list) </vt:lpstr>
      <vt:lpstr>Program</vt:lpstr>
      <vt:lpstr>list.sort([func]) </vt:lpstr>
      <vt:lpstr>Program</vt:lpstr>
      <vt:lpstr>Slide 18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LISTS </dc:title>
  <dc:creator>HCT-03</dc:creator>
  <cp:lastModifiedBy>HCT-03</cp:lastModifiedBy>
  <cp:revision>45</cp:revision>
  <dcterms:created xsi:type="dcterms:W3CDTF">2006-08-16T00:00:00Z</dcterms:created>
  <dcterms:modified xsi:type="dcterms:W3CDTF">2016-08-25T11:11:38Z</dcterms:modified>
</cp:coreProperties>
</file>