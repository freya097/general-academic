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52401"/>
            <a:ext cx="6629400" cy="838199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Function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905000"/>
            <a:ext cx="8610600" cy="47244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1.It is a block of code that performs a specific task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2.Optionally returns a value to the calling program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3.Every function has a unique name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4.Function is independent and it can perform its task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82000" cy="58674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Function Declarations</a:t>
            </a:r>
          </a:p>
          <a:p>
            <a:pPr marL="514350" indent="-514350">
              <a:buAutoNum type="arabicPeriod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return_type function_name( parameter list ); </a:t>
            </a:r>
          </a:p>
          <a:p>
            <a:pPr>
              <a:buNone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max(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num1,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num2); 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2. Calling a Function</a:t>
            </a:r>
          </a:p>
          <a:p>
            <a:pPr>
              <a:buNone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max(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num1,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num2);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 = max(a, b); 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3.Function definition </a:t>
            </a:r>
          </a:p>
          <a:p>
            <a:pPr>
              <a:buNone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max()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010400" cy="5334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Structure of a Function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&lt;return type&gt;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(Argument1, Argument2, Argument3……)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 {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Statement1;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Statement2;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Statement3;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	  }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 example of function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sum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x,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y)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result;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= x + y;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(result);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629400" cy="6858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Types of functions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43434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Functions with no arguments and no return values.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Functions with arguments and no return values.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Functions with arguments and return values.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 Functions with no arguments and return values.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391400" cy="533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1.Functions with no arguments and no return values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Without any arguments means cannot pass data to the called function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void main(void)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add();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add()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 , b , c ;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c=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3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838200"/>
            <a:ext cx="8458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685800"/>
          </a:xfrm>
        </p:spPr>
        <p:txBody>
          <a:bodyPr>
            <a:noAutofit/>
          </a:bodyPr>
          <a:lstStyle/>
          <a:p>
            <a:r>
              <a:rPr lang="en-US" sz="2800" dirty="0" smtClean="0"/>
              <a:t>2.Functions with arguments and no return values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Function can accept data from calling function</a:t>
            </a:r>
          </a:p>
          <a:p>
            <a:pPr>
              <a:buNone/>
            </a:pPr>
            <a:r>
              <a:rPr lang="en-US" dirty="0" smtClean="0"/>
              <a:t>  Program</a:t>
            </a:r>
          </a:p>
          <a:p>
            <a:pPr>
              <a:buNone/>
            </a:pPr>
            <a:r>
              <a:rPr lang="en-US" dirty="0" smtClean="0"/>
              <a:t>v</a:t>
            </a:r>
            <a:r>
              <a:rPr lang="en-US" dirty="0" smtClean="0"/>
              <a:t>oid </a:t>
            </a:r>
            <a:r>
              <a:rPr lang="en-US" dirty="0" smtClean="0"/>
              <a:t>main()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smtClean="0"/>
              <a:t>a=5;</a:t>
            </a:r>
          </a:p>
          <a:p>
            <a:pPr>
              <a:buNone/>
            </a:pPr>
            <a:r>
              <a:rPr lang="en-US" dirty="0" smtClean="0"/>
              <a:t>a</a:t>
            </a:r>
            <a:r>
              <a:rPr lang="en-US" dirty="0" smtClean="0"/>
              <a:t>dd(a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a</a:t>
            </a:r>
            <a:r>
              <a:rPr lang="en-US" dirty="0" smtClean="0"/>
              <a:t>dd(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smtClean="0"/>
              <a:t>b)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err="1" smtClean="0"/>
              <a:t>i</a:t>
            </a:r>
            <a:r>
              <a:rPr lang="en-US" dirty="0" err="1" smtClean="0"/>
              <a:t>nt</a:t>
            </a:r>
            <a:r>
              <a:rPr lang="en-US" dirty="0" smtClean="0"/>
              <a:t> </a:t>
            </a:r>
            <a:r>
              <a:rPr lang="en-US" dirty="0" smtClean="0"/>
              <a:t>c;</a:t>
            </a:r>
          </a:p>
          <a:p>
            <a:pPr>
              <a:buNone/>
            </a:pPr>
            <a:r>
              <a:rPr lang="en-US" dirty="0" smtClean="0"/>
              <a:t>c</a:t>
            </a:r>
            <a:r>
              <a:rPr lang="en-US" dirty="0" smtClean="0"/>
              <a:t>=</a:t>
            </a:r>
            <a:r>
              <a:rPr lang="en-US" dirty="0" err="1" smtClean="0"/>
              <a:t>b+c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err="1" smtClean="0"/>
              <a:t>p</a:t>
            </a:r>
            <a:r>
              <a:rPr lang="en-US" dirty="0" err="1" smtClean="0"/>
              <a:t>rintf</a:t>
            </a:r>
            <a:r>
              <a:rPr lang="en-US" dirty="0" smtClean="0"/>
              <a:t>(“%</a:t>
            </a:r>
            <a:r>
              <a:rPr lang="en-US" dirty="0" err="1" smtClean="0"/>
              <a:t>d”,c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990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7315200" cy="715962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3.Functions with arguments and return values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867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add(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main()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a=10;b=20;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a=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Add(a);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r>
              <a:rPr lang="en-US" dirty="0" smtClean="0"/>
              <a:t>Add(</a:t>
            </a:r>
            <a:r>
              <a:rPr lang="en-US" dirty="0" err="1" smtClean="0"/>
              <a:t>int</a:t>
            </a:r>
            <a:r>
              <a:rPr lang="en-US" dirty="0" smtClean="0"/>
              <a:t> c)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d=10;</a:t>
            </a:r>
          </a:p>
          <a:p>
            <a:pPr>
              <a:buNone/>
            </a:pPr>
            <a:r>
              <a:rPr lang="en-US" dirty="0" smtClean="0"/>
              <a:t>d=</a:t>
            </a:r>
            <a:r>
              <a:rPr lang="en-US" dirty="0" err="1" smtClean="0"/>
              <a:t>c+d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err="1" smtClean="0"/>
              <a:t>Printf</a:t>
            </a:r>
            <a:r>
              <a:rPr lang="en-US" dirty="0" smtClean="0"/>
              <a:t>(“%</a:t>
            </a:r>
            <a:r>
              <a:rPr lang="en-US" dirty="0" err="1" smtClean="0"/>
              <a:t>d”,d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return(d);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1430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391400" cy="639762"/>
          </a:xfrm>
        </p:spPr>
        <p:txBody>
          <a:bodyPr>
            <a:noAutofit/>
          </a:bodyPr>
          <a:lstStyle/>
          <a:p>
            <a:r>
              <a:rPr lang="en-US" sz="2800" dirty="0" smtClean="0"/>
              <a:t>4.Functions with no arguments and return values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486400"/>
          </a:xfrm>
        </p:spPr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 main(void)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add();</a:t>
            </a:r>
          </a:p>
          <a:p>
            <a:r>
              <a:rPr lang="en-US" dirty="0" smtClean="0"/>
              <a:t>}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add()</a:t>
            </a:r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b;</a:t>
            </a:r>
          </a:p>
          <a:p>
            <a:r>
              <a:rPr lang="en-US" dirty="0" smtClean="0"/>
              <a:t>Return (b);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914400"/>
            <a:ext cx="8153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40386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43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#include&lt;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#include&lt;</a:t>
            </a:r>
            <a:r>
              <a:rPr lang="en-US" dirty="0" err="1" smtClean="0"/>
              <a:t>conio.h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send()</a:t>
            </a:r>
          </a:p>
          <a:p>
            <a:r>
              <a:rPr lang="en-US" dirty="0" smtClean="0"/>
              <a:t> {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no1;</a:t>
            </a:r>
          </a:p>
          <a:p>
            <a:r>
              <a:rPr lang="pt-BR" dirty="0" smtClean="0"/>
              <a:t> printf("Enter a no : ");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scanf</a:t>
            </a:r>
            <a:r>
              <a:rPr lang="en-US" dirty="0" smtClean="0"/>
              <a:t>("%d",&amp;no1);</a:t>
            </a:r>
          </a:p>
          <a:p>
            <a:r>
              <a:rPr lang="en-US" dirty="0" smtClean="0"/>
              <a:t> return(no1);</a:t>
            </a:r>
          </a:p>
          <a:p>
            <a:r>
              <a:rPr lang="en-US" dirty="0" smtClean="0"/>
              <a:t> }</a:t>
            </a:r>
          </a:p>
          <a:p>
            <a:r>
              <a:rPr lang="en-US" dirty="0" smtClean="0"/>
              <a:t> void main()</a:t>
            </a:r>
          </a:p>
          <a:p>
            <a:r>
              <a:rPr lang="en-US" dirty="0" smtClean="0"/>
              <a:t> {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z;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clrscr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z = send();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("\</a:t>
            </a:r>
            <a:r>
              <a:rPr lang="en-US" dirty="0" err="1" smtClean="0"/>
              <a:t>nYou</a:t>
            </a:r>
            <a:r>
              <a:rPr lang="en-US" dirty="0" smtClean="0"/>
              <a:t> entered : %d.", z);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getch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217</TotalTime>
  <Words>357</Words>
  <Application>Microsoft Office PowerPoint</Application>
  <PresentationFormat>On-screen Show (4:3)</PresentationFormat>
  <Paragraphs>111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Flow</vt:lpstr>
      <vt:lpstr>Function</vt:lpstr>
      <vt:lpstr>Slide 2</vt:lpstr>
      <vt:lpstr>Structure of a Function</vt:lpstr>
      <vt:lpstr>Types of functions</vt:lpstr>
      <vt:lpstr>1.Functions with no arguments and no return values</vt:lpstr>
      <vt:lpstr>Slide 6</vt:lpstr>
      <vt:lpstr>2.Functions with arguments and no return values</vt:lpstr>
      <vt:lpstr>Slide 8</vt:lpstr>
      <vt:lpstr>3.Functions with arguments and return values</vt:lpstr>
      <vt:lpstr>Slide 10</vt:lpstr>
      <vt:lpstr>4.Functions with no arguments and return values</vt:lpstr>
      <vt:lpstr>Slide 12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</dc:title>
  <dc:creator>HCT-03</dc:creator>
  <cp:lastModifiedBy>HCT-03</cp:lastModifiedBy>
  <cp:revision>27</cp:revision>
  <dcterms:created xsi:type="dcterms:W3CDTF">2006-08-16T00:00:00Z</dcterms:created>
  <dcterms:modified xsi:type="dcterms:W3CDTF">2017-07-14T04:14:47Z</dcterms:modified>
</cp:coreProperties>
</file>