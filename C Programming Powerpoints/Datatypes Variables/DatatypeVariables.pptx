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-588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freya</dc:creator>
  <cp:lastModifiedBy>freya</cp:lastModifiedBy>
  <cp:revision>1</cp:revision>
  <dcterms:created xsi:type="dcterms:W3CDTF">2022-09-15T11:44:40Z</dcterms:created>
  <dcterms:modified xsi:type="dcterms:W3CDTF">2022-09-15T11:45:23Z</dcterms:modified>
</cp:coreProperties>
</file>