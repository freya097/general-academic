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52401"/>
            <a:ext cx="4724400" cy="5334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Preprocessors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143000"/>
            <a:ext cx="8382000" cy="5562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 Preprocessor is not part of the compiler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 is a separate step in the compilation process. </a:t>
            </a:r>
          </a:p>
          <a:p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 preprocessor commands begin with a pound </a:t>
            </a:r>
            <a:r>
              <a:rPr lang="en-US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symbol (#)</a:t>
            </a:r>
          </a:p>
          <a:p>
            <a:endParaRPr lang="en-US" u="sng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pt-BR" u="sng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#define </a:t>
            </a:r>
            <a:r>
              <a:rPr lang="pt-BR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Substitutes a preprocessor macro</a:t>
            </a:r>
          </a:p>
          <a:p>
            <a:r>
              <a:rPr lang="en-US" u="sng" dirty="0" smtClean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#undef 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Undefines a preprocessor macro</a:t>
            </a:r>
          </a:p>
          <a:p>
            <a:r>
              <a:rPr lang="pt-BR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152400"/>
            <a:ext cx="6324600" cy="762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Preprocessors Examples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0"/>
            <a:ext cx="8763000" cy="5105400"/>
          </a:xfrm>
        </p:spPr>
        <p:txBody>
          <a:bodyPr/>
          <a:lstStyle/>
          <a:p>
            <a:r>
              <a:rPr lang="en-US" dirty="0" smtClean="0"/>
              <a:t>#define MAX_ARRAY_LENGTH 20 </a:t>
            </a:r>
          </a:p>
          <a:p>
            <a:r>
              <a:rPr lang="en-US" dirty="0" smtClean="0"/>
              <a:t>#undef FILE_SIZE </a:t>
            </a:r>
          </a:p>
          <a:p>
            <a:r>
              <a:rPr lang="en-US" dirty="0" smtClean="0"/>
              <a:t>#define FILE_SIZE 42 </a:t>
            </a:r>
          </a:p>
          <a:p>
            <a:r>
              <a:rPr lang="en-US" dirty="0" smtClean="0"/>
              <a:t>#</a:t>
            </a:r>
            <a:r>
              <a:rPr lang="en-US" dirty="0" err="1" smtClean="0"/>
              <a:t>ifndef</a:t>
            </a:r>
            <a:r>
              <a:rPr lang="en-US" dirty="0" smtClean="0"/>
              <a:t> MESSAGE </a:t>
            </a:r>
          </a:p>
          <a:p>
            <a:r>
              <a:rPr lang="en-US" dirty="0" smtClean="0"/>
              <a:t>#define MESSAGE "You wish!" </a:t>
            </a:r>
          </a:p>
          <a:p>
            <a:r>
              <a:rPr lang="en-US" dirty="0" smtClean="0"/>
              <a:t>#</a:t>
            </a:r>
            <a:r>
              <a:rPr lang="en-US" dirty="0" err="1" smtClean="0"/>
              <a:t>endif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Program For Macros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#define </a:t>
            </a:r>
            <a:r>
              <a:rPr lang="en-US" dirty="0" err="1" smtClean="0"/>
              <a:t>message_for</a:t>
            </a:r>
            <a:r>
              <a:rPr lang="en-US" dirty="0" smtClean="0"/>
              <a:t>(a, b</a:t>
            </a:r>
            <a:r>
              <a:rPr lang="en-US" smtClean="0"/>
              <a:t>) </a:t>
            </a:r>
            <a:endParaRPr lang="en-US" dirty="0" smtClean="0"/>
          </a:p>
          <a:p>
            <a:r>
              <a:rPr lang="en-US" dirty="0" err="1" smtClean="0"/>
              <a:t>printf</a:t>
            </a:r>
            <a:r>
              <a:rPr lang="en-US" dirty="0" smtClean="0"/>
              <a:t>(#a " and " #b ": </a:t>
            </a:r>
            <a:r>
              <a:rPr lang="en-US" dirty="0" smtClean="0"/>
              <a:t>Welcome Here…!\</a:t>
            </a:r>
            <a:r>
              <a:rPr lang="en-US" dirty="0" smtClean="0"/>
              <a:t>n")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main(void)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message_for</a:t>
            </a:r>
            <a:r>
              <a:rPr lang="en-US" dirty="0" smtClean="0"/>
              <a:t>(Charlie, Jack); </a:t>
            </a:r>
            <a:endParaRPr lang="en-US" dirty="0" smtClean="0"/>
          </a:p>
          <a:p>
            <a:r>
              <a:rPr lang="en-US" dirty="0" smtClean="0"/>
              <a:t>return 0;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52400"/>
            <a:ext cx="6629400" cy="685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Predefined Macros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5181600"/>
          </a:xfrm>
        </p:spPr>
        <p:txBody>
          <a:bodyPr/>
          <a:lstStyle/>
          <a:p>
            <a:r>
              <a:rPr lang="en-US" dirty="0" smtClean="0"/>
              <a:t>__DATE__ 	 "MMM DD YYYY" format 	</a:t>
            </a:r>
          </a:p>
          <a:p>
            <a:r>
              <a:rPr lang="en-US" dirty="0" smtClean="0"/>
              <a:t>__TIME__ 	 "HH:MM:SS" format 	</a:t>
            </a:r>
          </a:p>
          <a:p>
            <a:r>
              <a:rPr lang="en-US" dirty="0" smtClean="0"/>
              <a:t>__FILE__ 	This contains the current           filename 	</a:t>
            </a:r>
          </a:p>
          <a:p>
            <a:r>
              <a:rPr lang="en-US" dirty="0" smtClean="0"/>
              <a:t>__LINE__ 	This contains the current line number as a decimal constant. 	</a:t>
            </a:r>
          </a:p>
          <a:p>
            <a:r>
              <a:rPr lang="en-US" dirty="0" smtClean="0"/>
              <a:t>__STDC__ 	Defined as 1 when the compiler complies with the ANSI standard 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28600"/>
            <a:ext cx="5562600" cy="381000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Program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763000" cy="5562600"/>
          </a:xfrm>
        </p:spPr>
        <p:txBody>
          <a:bodyPr>
            <a:normAutofit/>
          </a:bodyPr>
          <a:lstStyle/>
          <a:p>
            <a:r>
              <a:rPr lang="en-US" dirty="0" smtClean="0"/>
              <a:t>#include &lt;</a:t>
            </a:r>
            <a:r>
              <a:rPr lang="en-US" dirty="0" err="1" smtClean="0"/>
              <a:t>stdio.h</a:t>
            </a:r>
            <a:r>
              <a:rPr lang="en-US" dirty="0" smtClean="0"/>
              <a:t>&gt; </a:t>
            </a:r>
          </a:p>
          <a:p>
            <a:r>
              <a:rPr lang="en-US" dirty="0" smtClean="0"/>
              <a:t>main()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("File :%s\n", __FILE__ 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("Date :%s\n", __DATE__ 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("Time :%s\n", __TIME__ 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("Line :%d\n", __LINE__ ); </a:t>
            </a:r>
          </a:p>
          <a:p>
            <a:r>
              <a:rPr lang="en-US" dirty="0" err="1" smtClean="0"/>
              <a:t>printf</a:t>
            </a:r>
            <a:r>
              <a:rPr lang="en-US" dirty="0" smtClean="0"/>
              <a:t>("ANSI :%d\n", __STDC__ ); </a:t>
            </a:r>
          </a:p>
          <a:p>
            <a:r>
              <a:rPr lang="en-US" dirty="0" smtClean="0"/>
              <a:t>}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533400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C </a:t>
            </a:r>
            <a:r>
              <a:rPr lang="en-US" sz="2800" dirty="0" err="1" smtClean="0"/>
              <a:t>Specifiers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%d format </a:t>
            </a:r>
            <a:r>
              <a:rPr lang="en-US" dirty="0" err="1" smtClean="0"/>
              <a:t>specifier</a:t>
            </a:r>
            <a:r>
              <a:rPr lang="en-US" dirty="0" smtClean="0"/>
              <a:t> is used for Printing </a:t>
            </a:r>
            <a:r>
              <a:rPr lang="en-US" dirty="0" smtClean="0"/>
              <a:t>Integer.</a:t>
            </a:r>
          </a:p>
          <a:p>
            <a:endParaRPr lang="en-US" dirty="0" smtClean="0"/>
          </a:p>
          <a:p>
            <a:r>
              <a:rPr lang="en-US" dirty="0" smtClean="0"/>
              <a:t>%o format </a:t>
            </a:r>
            <a:r>
              <a:rPr lang="en-US" dirty="0" err="1" smtClean="0"/>
              <a:t>specifier</a:t>
            </a:r>
            <a:r>
              <a:rPr lang="en-US" dirty="0" smtClean="0"/>
              <a:t> is used for Printing </a:t>
            </a:r>
            <a:r>
              <a:rPr lang="en-US" dirty="0" smtClean="0"/>
              <a:t>Octal.</a:t>
            </a:r>
          </a:p>
          <a:p>
            <a:endParaRPr lang="en-US" dirty="0" smtClean="0"/>
          </a:p>
          <a:p>
            <a:r>
              <a:rPr lang="en-US" dirty="0" smtClean="0"/>
              <a:t>%x format </a:t>
            </a:r>
            <a:r>
              <a:rPr lang="en-US" dirty="0" err="1" smtClean="0"/>
              <a:t>specifier</a:t>
            </a:r>
            <a:r>
              <a:rPr lang="en-US" dirty="0" smtClean="0"/>
              <a:t> is used for Printing </a:t>
            </a:r>
            <a:r>
              <a:rPr lang="en-US" dirty="0" smtClean="0"/>
              <a:t>Hexadecimal.</a:t>
            </a:r>
          </a:p>
          <a:p>
            <a:endParaRPr lang="en-US" dirty="0" smtClean="0"/>
          </a:p>
          <a:p>
            <a:r>
              <a:rPr lang="en-US" dirty="0" smtClean="0"/>
              <a:t>Any number preceded with Zero (040,050,030) are considered as Octal </a:t>
            </a:r>
            <a:r>
              <a:rPr lang="en-US" dirty="0" smtClean="0"/>
              <a:t>Numbers.</a:t>
            </a:r>
          </a:p>
          <a:p>
            <a:endParaRPr lang="en-US" dirty="0" smtClean="0"/>
          </a:p>
          <a:p>
            <a:r>
              <a:rPr lang="en-US" dirty="0" smtClean="0"/>
              <a:t>Any number preceded with [ 0x / 0X ] (0x40,0x50,0x30) are considered as Hexadecimal </a:t>
            </a:r>
            <a:r>
              <a:rPr lang="en-US" dirty="0" smtClean="0"/>
              <a:t>Numbers.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%c char single character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%d (%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signed integer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%e (%E) float or double exponential format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%f float or double signed decimal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%g (%G) float or double use %f or %e as required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%o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unsigned octal value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%p pointer address stored in pointer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%s array of char sequence of characters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%u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unsigned decimal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%x (%X) </a:t>
            </a:r>
            <a:r>
              <a:rPr lang="en-US" sz="30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unsigned hex value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82</TotalTime>
  <Words>305</Words>
  <Application>Microsoft Office PowerPoint</Application>
  <PresentationFormat>On-screen Show (4:3)</PresentationFormat>
  <Paragraphs>60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Flow</vt:lpstr>
      <vt:lpstr>Preprocessors</vt:lpstr>
      <vt:lpstr>Preprocessors Examples</vt:lpstr>
      <vt:lpstr>Program For Macros</vt:lpstr>
      <vt:lpstr>Predefined Macros</vt:lpstr>
      <vt:lpstr>Program</vt:lpstr>
      <vt:lpstr>C Specifiers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Preprocessors</dc:title>
  <dc:creator>HCT-03</dc:creator>
  <cp:lastModifiedBy>HCT</cp:lastModifiedBy>
  <cp:revision>15</cp:revision>
  <dcterms:created xsi:type="dcterms:W3CDTF">2006-08-16T00:00:00Z</dcterms:created>
  <dcterms:modified xsi:type="dcterms:W3CDTF">2017-07-24T04:49:06Z</dcterms:modified>
</cp:coreProperties>
</file>