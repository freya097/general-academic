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647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33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44A6C-774A-4B4A-B2C3-1A8FD97CD5F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AFEBA-19FF-4C76-91A6-0FD6FB45F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AFEBA-19FF-4C76-91A6-0FD6FB45FD2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AFEBA-19FF-4C76-91A6-0FD6FB45FD2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FC0F9-4E26-40B2-8407-AD35809B8233}" type="datetimeFigureOut">
              <a:rPr lang="en-US" smtClean="0"/>
              <a:pPr/>
              <a:t>11-Dec-15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8601"/>
            <a:ext cx="5867400" cy="76199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 Pointers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534400" cy="5257800"/>
          </a:xfrm>
        </p:spPr>
        <p:txBody>
          <a:bodyPr/>
          <a:lstStyle/>
          <a:p>
            <a:r>
              <a:rPr lang="en-US" dirty="0" smtClean="0"/>
              <a:t>It is </a:t>
            </a:r>
            <a:r>
              <a:rPr lang="en-US" dirty="0"/>
              <a:t>a variable whose value is the address of another variable </a:t>
            </a:r>
            <a:endParaRPr lang="en-US" dirty="0" smtClean="0"/>
          </a:p>
          <a:p>
            <a:r>
              <a:rPr lang="en-US" dirty="0"/>
              <a:t>M</a:t>
            </a:r>
            <a:r>
              <a:rPr lang="en-US" dirty="0" smtClean="0"/>
              <a:t>ust </a:t>
            </a:r>
            <a:r>
              <a:rPr lang="en-US" dirty="0"/>
              <a:t>declare a </a:t>
            </a:r>
            <a:r>
              <a:rPr lang="en-US" dirty="0" smtClean="0"/>
              <a:t>Pointer </a:t>
            </a:r>
            <a:r>
              <a:rPr lang="en-US" dirty="0"/>
              <a:t>before </a:t>
            </a:r>
            <a:r>
              <a:rPr lang="en-US" dirty="0" smtClean="0"/>
              <a:t>we </a:t>
            </a:r>
            <a:r>
              <a:rPr lang="en-US" dirty="0"/>
              <a:t>use it to store any variable address </a:t>
            </a:r>
            <a:endParaRPr lang="en-US" dirty="0" smtClean="0"/>
          </a:p>
          <a:p>
            <a:r>
              <a:rPr lang="en-US" dirty="0"/>
              <a:t>D</a:t>
            </a:r>
            <a:r>
              <a:rPr lang="en-US" dirty="0" smtClean="0"/>
              <a:t>irect </a:t>
            </a:r>
            <a:r>
              <a:rPr lang="en-US" dirty="0"/>
              <a:t>address of the memory location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Declration</a:t>
            </a:r>
            <a:r>
              <a:rPr lang="en-US" dirty="0" smtClean="0"/>
              <a:t> Of Pointer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*</a:t>
            </a:r>
            <a:r>
              <a:rPr lang="en-US" dirty="0" err="1"/>
              <a:t>var</a:t>
            </a:r>
            <a:r>
              <a:rPr lang="en-US" dirty="0"/>
              <a:t>-name;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int *</a:t>
            </a:r>
            <a:r>
              <a:rPr lang="en-US" dirty="0" err="1"/>
              <a:t>ip</a:t>
            </a:r>
            <a:r>
              <a:rPr lang="en-US" dirty="0" smtClean="0"/>
              <a:t>;	 	/* </a:t>
            </a:r>
            <a:r>
              <a:rPr lang="en-US" dirty="0"/>
              <a:t>pointer to an integer */ </a:t>
            </a:r>
          </a:p>
          <a:p>
            <a:r>
              <a:rPr lang="en-US" dirty="0"/>
              <a:t>double *</a:t>
            </a:r>
            <a:r>
              <a:rPr lang="en-US" dirty="0" err="1"/>
              <a:t>dp</a:t>
            </a:r>
            <a:r>
              <a:rPr lang="en-US" dirty="0"/>
              <a:t>; </a:t>
            </a:r>
            <a:r>
              <a:rPr lang="en-US" dirty="0" smtClean="0"/>
              <a:t>	/* </a:t>
            </a:r>
            <a:r>
              <a:rPr lang="en-US" dirty="0"/>
              <a:t>pointer to a double */ </a:t>
            </a:r>
          </a:p>
          <a:p>
            <a:r>
              <a:rPr lang="en-US" dirty="0"/>
              <a:t>float *</a:t>
            </a:r>
            <a:r>
              <a:rPr lang="en-US" dirty="0" err="1"/>
              <a:t>fp</a:t>
            </a:r>
            <a:r>
              <a:rPr lang="en-US" dirty="0"/>
              <a:t>; </a:t>
            </a:r>
            <a:r>
              <a:rPr lang="en-US" dirty="0" smtClean="0"/>
              <a:t>	/* </a:t>
            </a:r>
            <a:r>
              <a:rPr lang="en-US" dirty="0"/>
              <a:t>pointer to a float */ </a:t>
            </a:r>
          </a:p>
          <a:p>
            <a:r>
              <a:rPr lang="en-US" dirty="0"/>
              <a:t>char *</a:t>
            </a:r>
            <a:r>
              <a:rPr lang="en-US" dirty="0" err="1" smtClean="0"/>
              <a:t>ch</a:t>
            </a:r>
            <a:r>
              <a:rPr lang="en-US" dirty="0" smtClean="0"/>
              <a:t>; 	/* </a:t>
            </a:r>
            <a:r>
              <a:rPr lang="en-US" dirty="0"/>
              <a:t>pointer to a character */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8580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Pointer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#include &lt;stdio.h&gt;</a:t>
            </a:r>
          </a:p>
          <a:p>
            <a:r>
              <a:rPr lang="en-US" dirty="0"/>
              <a:t>int j, k;</a:t>
            </a:r>
          </a:p>
          <a:p>
            <a:r>
              <a:rPr lang="en-US" dirty="0"/>
              <a:t>int *ptr;</a:t>
            </a:r>
          </a:p>
          <a:p>
            <a:r>
              <a:rPr lang="en-US" dirty="0"/>
              <a:t>int main(void)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j = 1;</a:t>
            </a:r>
          </a:p>
          <a:p>
            <a:r>
              <a:rPr lang="en-US" dirty="0"/>
              <a:t>k = 2;</a:t>
            </a:r>
          </a:p>
          <a:p>
            <a:r>
              <a:rPr lang="en-US" dirty="0"/>
              <a:t>ptr = &amp;k;</a:t>
            </a:r>
          </a:p>
          <a:p>
            <a:r>
              <a:rPr lang="en-US" dirty="0"/>
              <a:t>printf("\n");</a:t>
            </a:r>
          </a:p>
          <a:p>
            <a:r>
              <a:rPr lang="en-US" dirty="0"/>
              <a:t>printf("j has the value %d and is stored at %p\n", </a:t>
            </a:r>
            <a:r>
              <a:rPr lang="en-US" dirty="0" err="1" smtClean="0"/>
              <a:t>j&amp;j</a:t>
            </a:r>
            <a:r>
              <a:rPr lang="en-US" dirty="0"/>
              <a:t>);</a:t>
            </a:r>
          </a:p>
          <a:p>
            <a:r>
              <a:rPr lang="en-US" dirty="0"/>
              <a:t>printf("k has the value %d and is stored at %p\n", k, </a:t>
            </a:r>
            <a:r>
              <a:rPr lang="en-US" dirty="0" smtClean="0"/>
              <a:t>&amp;</a:t>
            </a:r>
            <a:r>
              <a:rPr lang="en-US" dirty="0"/>
              <a:t>k);</a:t>
            </a:r>
          </a:p>
          <a:p>
            <a:r>
              <a:rPr lang="en-US" dirty="0"/>
              <a:t>printf("ptr has the value %p and is stored at %p\n", ptr, </a:t>
            </a:r>
            <a:r>
              <a:rPr lang="en-US" dirty="0" smtClean="0"/>
              <a:t>&amp;</a:t>
            </a:r>
            <a:r>
              <a:rPr lang="en-US" dirty="0"/>
              <a:t>ptr);</a:t>
            </a:r>
          </a:p>
          <a:p>
            <a:r>
              <a:rPr lang="en-US" dirty="0"/>
              <a:t>printf("The value of the integer pointed to by ptr is %d\n", *ptr);</a:t>
            </a:r>
          </a:p>
          <a:p>
            <a:r>
              <a:rPr lang="en-US" dirty="0"/>
              <a:t>return 0;</a:t>
            </a:r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</a:t>
            </a:r>
            <a:r>
              <a:rPr lang="en-US" dirty="0"/>
              <a:t>to a pointer is a form of </a:t>
            </a:r>
            <a:r>
              <a:rPr lang="en-US" b="1" dirty="0"/>
              <a:t>M</a:t>
            </a:r>
            <a:r>
              <a:rPr lang="en-US" b="1" dirty="0" smtClean="0"/>
              <a:t>ultiple </a:t>
            </a:r>
            <a:r>
              <a:rPr lang="en-US" b="1" dirty="0"/>
              <a:t>indirection </a:t>
            </a:r>
            <a:endParaRPr lang="en-US" b="1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2895600"/>
            <a:ext cx="50292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68580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Pointer to Pointer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>
            <a:noAutofit/>
          </a:bodyPr>
          <a:lstStyle/>
          <a:p>
            <a:r>
              <a:rPr lang="en-US" sz="1800" dirty="0" smtClean="0"/>
              <a:t>#include &lt;</a:t>
            </a:r>
            <a:r>
              <a:rPr lang="en-US" sz="1800" dirty="0" err="1" smtClean="0"/>
              <a:t>stdio.h</a:t>
            </a:r>
            <a:r>
              <a:rPr lang="en-US" sz="1800" dirty="0" smtClean="0"/>
              <a:t>&gt; </a:t>
            </a:r>
          </a:p>
          <a:p>
            <a:r>
              <a:rPr lang="en-US" sz="1800" dirty="0" err="1" smtClean="0"/>
              <a:t>int</a:t>
            </a:r>
            <a:r>
              <a:rPr lang="en-US" sz="1800" dirty="0" smtClean="0"/>
              <a:t> main () </a:t>
            </a:r>
          </a:p>
          <a:p>
            <a:r>
              <a:rPr lang="en-US" sz="1800" dirty="0" smtClean="0"/>
              <a:t>{ </a:t>
            </a:r>
          </a:p>
          <a:p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var</a:t>
            </a:r>
            <a:r>
              <a:rPr lang="en-US" sz="1800" dirty="0" smtClean="0"/>
              <a:t>; </a:t>
            </a:r>
          </a:p>
          <a:p>
            <a:r>
              <a:rPr lang="en-US" sz="1800" dirty="0" err="1" smtClean="0"/>
              <a:t>int</a:t>
            </a:r>
            <a:r>
              <a:rPr lang="en-US" sz="1800" dirty="0" smtClean="0"/>
              <a:t> *</a:t>
            </a:r>
            <a:r>
              <a:rPr lang="en-US" sz="1800" dirty="0" err="1" smtClean="0"/>
              <a:t>ptr</a:t>
            </a:r>
            <a:r>
              <a:rPr lang="en-US" sz="1800" dirty="0" smtClean="0"/>
              <a:t>; </a:t>
            </a:r>
          </a:p>
          <a:p>
            <a:r>
              <a:rPr lang="en-US" sz="1800" dirty="0" err="1" smtClean="0"/>
              <a:t>int</a:t>
            </a:r>
            <a:r>
              <a:rPr lang="en-US" sz="1800" dirty="0" smtClean="0"/>
              <a:t> **</a:t>
            </a:r>
            <a:r>
              <a:rPr lang="en-US" sz="1800" dirty="0" err="1" smtClean="0"/>
              <a:t>pptr</a:t>
            </a:r>
            <a:r>
              <a:rPr lang="en-US" sz="1800" dirty="0" smtClean="0"/>
              <a:t>; </a:t>
            </a:r>
          </a:p>
          <a:p>
            <a:r>
              <a:rPr lang="en-US" sz="1800" dirty="0" err="1" smtClean="0"/>
              <a:t>var</a:t>
            </a:r>
            <a:r>
              <a:rPr lang="en-US" sz="1800" dirty="0" smtClean="0"/>
              <a:t> = 3000; </a:t>
            </a:r>
          </a:p>
          <a:p>
            <a:r>
              <a:rPr lang="en-US" sz="1800" dirty="0" smtClean="0"/>
              <a:t>// take the address of </a:t>
            </a:r>
            <a:r>
              <a:rPr lang="en-US" sz="1800" dirty="0" err="1" smtClean="0"/>
              <a:t>var</a:t>
            </a:r>
            <a:r>
              <a:rPr lang="en-US" sz="1800" dirty="0" smtClean="0"/>
              <a:t>  </a:t>
            </a:r>
          </a:p>
          <a:p>
            <a:r>
              <a:rPr lang="en-US" sz="1800" dirty="0" err="1" smtClean="0"/>
              <a:t>ptr</a:t>
            </a:r>
            <a:r>
              <a:rPr lang="en-US" sz="1800" dirty="0" smtClean="0"/>
              <a:t> = &amp;</a:t>
            </a:r>
            <a:r>
              <a:rPr lang="en-US" sz="1800" dirty="0" err="1" smtClean="0"/>
              <a:t>var</a:t>
            </a:r>
            <a:r>
              <a:rPr lang="en-US" sz="1800" dirty="0" smtClean="0"/>
              <a:t>; </a:t>
            </a:r>
          </a:p>
          <a:p>
            <a:r>
              <a:rPr lang="en-US" sz="1800" dirty="0" smtClean="0"/>
              <a:t>// take the address of </a:t>
            </a:r>
            <a:r>
              <a:rPr lang="en-US" sz="1800" dirty="0" err="1" smtClean="0"/>
              <a:t>ptr</a:t>
            </a:r>
            <a:r>
              <a:rPr lang="en-US" sz="1800" dirty="0" smtClean="0"/>
              <a:t> using address of operator &amp;  </a:t>
            </a:r>
          </a:p>
          <a:p>
            <a:r>
              <a:rPr lang="en-US" sz="1800" dirty="0" err="1" smtClean="0"/>
              <a:t>pptr</a:t>
            </a:r>
            <a:r>
              <a:rPr lang="en-US" sz="1800" dirty="0" smtClean="0"/>
              <a:t> = &amp;</a:t>
            </a:r>
            <a:r>
              <a:rPr lang="en-US" sz="1800" dirty="0" err="1" smtClean="0"/>
              <a:t>ptr</a:t>
            </a:r>
            <a:r>
              <a:rPr lang="en-US" sz="1800" dirty="0" smtClean="0"/>
              <a:t>; </a:t>
            </a:r>
          </a:p>
          <a:p>
            <a:r>
              <a:rPr lang="en-US" sz="1800" dirty="0" smtClean="0"/>
              <a:t>// take the value using </a:t>
            </a:r>
            <a:r>
              <a:rPr lang="en-US" sz="1800" dirty="0" err="1" smtClean="0"/>
              <a:t>pptr</a:t>
            </a:r>
            <a:r>
              <a:rPr lang="en-US" sz="1800" dirty="0" smtClean="0"/>
              <a:t> </a:t>
            </a:r>
          </a:p>
          <a:p>
            <a:r>
              <a:rPr lang="en-US" sz="1800" dirty="0" err="1" smtClean="0"/>
              <a:t>printf</a:t>
            </a:r>
            <a:r>
              <a:rPr lang="en-US" sz="1800" dirty="0" smtClean="0"/>
              <a:t>("Value of </a:t>
            </a:r>
            <a:r>
              <a:rPr lang="en-US" sz="1800" dirty="0" err="1" smtClean="0"/>
              <a:t>var</a:t>
            </a:r>
            <a:r>
              <a:rPr lang="en-US" sz="1800" dirty="0" smtClean="0"/>
              <a:t> = %d\n", </a:t>
            </a:r>
            <a:r>
              <a:rPr lang="en-US" sz="1800" dirty="0" err="1" smtClean="0"/>
              <a:t>var</a:t>
            </a:r>
            <a:r>
              <a:rPr lang="en-US" sz="1800" dirty="0" smtClean="0"/>
              <a:t> ); </a:t>
            </a:r>
          </a:p>
          <a:p>
            <a:r>
              <a:rPr lang="en-US" sz="1800" dirty="0" err="1" smtClean="0"/>
              <a:t>printf</a:t>
            </a:r>
            <a:r>
              <a:rPr lang="en-US" sz="1800" dirty="0" smtClean="0"/>
              <a:t>("Value available at *</a:t>
            </a:r>
            <a:r>
              <a:rPr lang="en-US" sz="1800" dirty="0" err="1" smtClean="0"/>
              <a:t>ptr</a:t>
            </a:r>
            <a:r>
              <a:rPr lang="en-US" sz="1800" dirty="0" smtClean="0"/>
              <a:t> = %d\n", *</a:t>
            </a:r>
            <a:r>
              <a:rPr lang="en-US" sz="1800" dirty="0" err="1" smtClean="0"/>
              <a:t>ptr</a:t>
            </a:r>
            <a:r>
              <a:rPr lang="en-US" sz="1800" dirty="0" smtClean="0"/>
              <a:t> ); </a:t>
            </a:r>
          </a:p>
          <a:p>
            <a:r>
              <a:rPr lang="en-US" sz="1800" dirty="0" err="1" smtClean="0"/>
              <a:t>printf</a:t>
            </a:r>
            <a:r>
              <a:rPr lang="en-US" sz="1800" dirty="0" smtClean="0"/>
              <a:t>("Value available at **</a:t>
            </a:r>
            <a:r>
              <a:rPr lang="en-US" sz="1800" dirty="0" err="1" smtClean="0"/>
              <a:t>pptr</a:t>
            </a:r>
            <a:r>
              <a:rPr lang="en-US" sz="1800" dirty="0" smtClean="0"/>
              <a:t> = %d\n", **</a:t>
            </a:r>
            <a:r>
              <a:rPr lang="en-US" sz="1800" dirty="0" err="1" smtClean="0"/>
              <a:t>pptr</a:t>
            </a:r>
            <a:r>
              <a:rPr lang="en-US" sz="1800" dirty="0" smtClean="0"/>
              <a:t>); </a:t>
            </a:r>
          </a:p>
          <a:p>
            <a:r>
              <a:rPr lang="en-US" sz="1800" dirty="0" smtClean="0"/>
              <a:t>return 0; </a:t>
            </a:r>
          </a:p>
          <a:p>
            <a:r>
              <a:rPr lang="en-US" sz="1800" dirty="0" smtClean="0"/>
              <a:t>} 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239000" cy="1020762"/>
          </a:xfrm>
        </p:spPr>
        <p:txBody>
          <a:bodyPr/>
          <a:lstStyle/>
          <a:p>
            <a:r>
              <a:rPr lang="en-US" dirty="0" smtClean="0"/>
              <a:t>Pointer </a:t>
            </a:r>
            <a:r>
              <a:rPr lang="en-US" dirty="0" smtClean="0"/>
              <a:t>from </a:t>
            </a:r>
            <a:r>
              <a:rPr lang="en-US" dirty="0" smtClean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943600"/>
          </a:xfrm>
        </p:spPr>
        <p:txBody>
          <a:bodyPr>
            <a:normAutofit fontScale="400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#include &lt;</a:t>
            </a:r>
            <a:r>
              <a:rPr lang="en-US" dirty="0" err="1" smtClean="0"/>
              <a:t>time.h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/* function to generate and </a:t>
            </a:r>
            <a:r>
              <a:rPr lang="en-US" dirty="0" err="1" smtClean="0"/>
              <a:t>retrun</a:t>
            </a:r>
            <a:r>
              <a:rPr lang="en-US" dirty="0" smtClean="0"/>
              <a:t> random numbers. */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* </a:t>
            </a:r>
            <a:r>
              <a:rPr lang="en-US" dirty="0" err="1" smtClean="0"/>
              <a:t>getRandom</a:t>
            </a:r>
            <a:r>
              <a:rPr lang="en-US" dirty="0" smtClean="0"/>
              <a:t>(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static </a:t>
            </a:r>
            <a:r>
              <a:rPr lang="en-US" dirty="0" err="1" smtClean="0"/>
              <a:t>int</a:t>
            </a:r>
            <a:r>
              <a:rPr lang="en-US" dirty="0" smtClean="0"/>
              <a:t> r[10];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</a:p>
          <a:p>
            <a:r>
              <a:rPr lang="en-US" dirty="0" smtClean="0"/>
              <a:t>/* set the seed */ </a:t>
            </a:r>
          </a:p>
          <a:p>
            <a:r>
              <a:rPr lang="en-US" dirty="0" err="1" smtClean="0"/>
              <a:t>srand</a:t>
            </a:r>
            <a:r>
              <a:rPr lang="en-US" dirty="0" smtClean="0"/>
              <a:t>( (unsigned)time( NULL ) ); </a:t>
            </a:r>
          </a:p>
          <a:p>
            <a:r>
              <a:rPr lang="nn-NO" dirty="0" smtClean="0"/>
              <a:t>for ( i = 0; i &lt; 10; ++i)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r[</a:t>
            </a:r>
            <a:r>
              <a:rPr lang="en-US" dirty="0" err="1" smtClean="0"/>
              <a:t>i</a:t>
            </a:r>
            <a:r>
              <a:rPr lang="en-US" dirty="0" smtClean="0"/>
              <a:t>] = rand();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("%d\n", r[</a:t>
            </a:r>
            <a:r>
              <a:rPr lang="en-US" dirty="0" err="1" smtClean="0"/>
              <a:t>i</a:t>
            </a:r>
            <a:r>
              <a:rPr lang="en-US" dirty="0" smtClean="0"/>
              <a:t>] 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return r;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/* main function to call above defined function */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 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/* a pointer to an </a:t>
            </a:r>
            <a:r>
              <a:rPr lang="en-US" dirty="0" err="1" smtClean="0"/>
              <a:t>int</a:t>
            </a:r>
            <a:r>
              <a:rPr lang="en-US" dirty="0" smtClean="0"/>
              <a:t> */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*p;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</a:p>
          <a:p>
            <a:r>
              <a:rPr lang="en-US" dirty="0" smtClean="0"/>
              <a:t>p = </a:t>
            </a:r>
            <a:r>
              <a:rPr lang="en-US" dirty="0" err="1" smtClean="0"/>
              <a:t>getRandom</a:t>
            </a:r>
            <a:r>
              <a:rPr lang="en-US" dirty="0" smtClean="0"/>
              <a:t>(); </a:t>
            </a:r>
          </a:p>
          <a:p>
            <a:r>
              <a:rPr lang="nn-NO" dirty="0" smtClean="0"/>
              <a:t>for ( i = 0; i &lt; 10; i++ ) </a:t>
            </a:r>
          </a:p>
          <a:p>
            <a:r>
              <a:rPr lang="en-US" dirty="0" smtClean="0"/>
              <a:t>{ </a:t>
            </a:r>
          </a:p>
          <a:p>
            <a:r>
              <a:rPr lang="nn-NO" dirty="0" smtClean="0"/>
              <a:t>printf("*(p + [%d]) : %d\n", i, *(p + i) 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428</Words>
  <Application>Microsoft Office PowerPoint</Application>
  <PresentationFormat>On-screen Show (4:3)</PresentationFormat>
  <Paragraphs>81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 Pointers</vt:lpstr>
      <vt:lpstr>Declration Of Pointer</vt:lpstr>
      <vt:lpstr>Pointer program</vt:lpstr>
      <vt:lpstr>Pointer to Pointer</vt:lpstr>
      <vt:lpstr>Pointer to Pointer program</vt:lpstr>
      <vt:lpstr>Pointer from Functions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Pointers</dc:title>
  <dc:creator>HCT-03</dc:creator>
  <cp:lastModifiedBy>HCT-03</cp:lastModifiedBy>
  <cp:revision>30</cp:revision>
  <dcterms:created xsi:type="dcterms:W3CDTF">2015-11-30T02:36:40Z</dcterms:created>
  <dcterms:modified xsi:type="dcterms:W3CDTF">2015-12-11T11:25:39Z</dcterms:modified>
</cp:coreProperties>
</file>