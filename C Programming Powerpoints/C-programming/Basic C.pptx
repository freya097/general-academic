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62" r:id="rId6"/>
    <p:sldId id="261" r:id="rId7"/>
    <p:sldId id="260" r:id="rId8"/>
    <p:sldId id="259" r:id="rId9"/>
    <p:sldId id="258" r:id="rId10"/>
    <p:sldId id="25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609599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 Program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066800"/>
            <a:ext cx="8458200" cy="5562600"/>
          </a:xfrm>
        </p:spPr>
        <p:txBody>
          <a:bodyPr>
            <a:no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C programming language is a general-purpose, high-level language that was originally developed by Dennis M. Ritchie to develop the UNIX operating system at Bell Labs. C was originally first implemented on the DEC PDP-11 computer in 1972. </a:t>
            </a:r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UNIX operating system, the C compiler, and essentially all UNIX applications programs have been written in C.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Easy to learn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Structured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language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produces efficient programs.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handle low-level activities.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be compiled on a variety of computer platforms.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Why to use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was initially used for system development work, in particular the programs that make up the operating system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Operating Systems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Language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Compilers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Assemblers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Text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Editors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Spoolers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Network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Drivers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Modern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Programs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Databases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Language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Interpreters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Utilities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 Program Structure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 Hello World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 program basically consists of the following parts: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Preprocessor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Commands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Functions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Statements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&amp; Expressions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Comments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my first program in C */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("Hello, World! \n");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172200"/>
          </a:xfrm>
        </p:spPr>
        <p:txBody>
          <a:bodyPr>
            <a:normAutofit fontScale="85000" lnSpcReduction="20000"/>
          </a:bodyPr>
          <a:lstStyle/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first line of the program #include &lt;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&gt; is a preprocessor command, which tells a C compiler to include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file before going to actual compilation. </a:t>
            </a:r>
          </a:p>
          <a:p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The next line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 main() is the main function where program execution begins </a:t>
            </a:r>
          </a:p>
          <a:p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The next line /*...*/ will be ignored by the compiler and it has been put to add additional comments in the program. </a:t>
            </a:r>
          </a:p>
          <a:p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The next line </a:t>
            </a:r>
            <a:r>
              <a:rPr lang="en-US" sz="3100" dirty="0" err="1" smtClean="0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(...) is another function available in C which causes the message "Hello, World!" to be displayed on the screen. </a:t>
            </a:r>
          </a:p>
          <a:p>
            <a:endParaRPr lang="en-US" sz="31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>The next line return 0; terminates main()function and returns the value 0.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299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 Program </vt:lpstr>
      <vt:lpstr>Slide 2</vt:lpstr>
      <vt:lpstr>Why to use C</vt:lpstr>
      <vt:lpstr>C Program Structure</vt:lpstr>
      <vt:lpstr>Program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 </dc:title>
  <dc:creator>D3LL</dc:creator>
  <cp:lastModifiedBy>HCT</cp:lastModifiedBy>
  <cp:revision>5</cp:revision>
  <dcterms:created xsi:type="dcterms:W3CDTF">2006-08-16T00:00:00Z</dcterms:created>
  <dcterms:modified xsi:type="dcterms:W3CDTF">2017-09-14T08:22:37Z</dcterms:modified>
</cp:coreProperties>
</file>