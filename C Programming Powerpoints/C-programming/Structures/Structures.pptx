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  <p:sldId id="267" r:id="rId12"/>
    <p:sldId id="266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8382000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Structure is a user defined data type.</a:t>
            </a:r>
          </a:p>
          <a:p>
            <a:r>
              <a:rPr lang="en-US" dirty="0" smtClean="0"/>
              <a:t>Combination of several different previously defined data types Must use the “</a:t>
            </a:r>
            <a:r>
              <a:rPr lang="en-US" b="1" dirty="0" smtClean="0"/>
              <a:t>struct” statement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Structures are used to represent a record.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Following attributes about each book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Title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Author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Subject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Book ID </a:t>
            </a:r>
          </a:p>
          <a:p>
            <a:endParaRPr lang="en-US" b="1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228601"/>
            <a:ext cx="4724400" cy="68579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Structures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struct [structure tag] </a:t>
            </a:r>
          </a:p>
          <a:p>
            <a:r>
              <a:rPr lang="en-US" sz="2400" dirty="0" smtClean="0"/>
              <a:t>{ </a:t>
            </a:r>
          </a:p>
          <a:p>
            <a:r>
              <a:rPr lang="en-US" sz="2400" dirty="0" smtClean="0"/>
              <a:t>member definition; </a:t>
            </a:r>
          </a:p>
          <a:p>
            <a:r>
              <a:rPr lang="en-US" sz="2400" dirty="0" smtClean="0"/>
              <a:t>member definition; </a:t>
            </a:r>
          </a:p>
          <a:p>
            <a:r>
              <a:rPr lang="en-US" sz="2400" dirty="0" smtClean="0"/>
              <a:t>....…………...…………...</a:t>
            </a:r>
          </a:p>
          <a:p>
            <a:r>
              <a:rPr lang="en-US" sz="2400" dirty="0" smtClean="0"/>
              <a:t>member definition; </a:t>
            </a:r>
          </a:p>
          <a:p>
            <a:r>
              <a:rPr lang="en-US" sz="2400" dirty="0" smtClean="0"/>
              <a:t>} [one or more structure variables];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Following code</a:t>
            </a:r>
          </a:p>
          <a:p>
            <a:r>
              <a:rPr lang="en-US" sz="2200" dirty="0" smtClean="0"/>
              <a:t>struct Books </a:t>
            </a:r>
          </a:p>
          <a:p>
            <a:r>
              <a:rPr lang="en-US" sz="2200" dirty="0" smtClean="0"/>
              <a:t>{ </a:t>
            </a:r>
          </a:p>
          <a:p>
            <a:r>
              <a:rPr lang="en-US" sz="2200" dirty="0" smtClean="0"/>
              <a:t>char title[50]; </a:t>
            </a:r>
          </a:p>
          <a:p>
            <a:r>
              <a:rPr lang="en-US" sz="2200" dirty="0" smtClean="0"/>
              <a:t>char author[50]; </a:t>
            </a:r>
          </a:p>
          <a:p>
            <a:r>
              <a:rPr lang="en-US" sz="2200" dirty="0" smtClean="0"/>
              <a:t>char subject[100]; </a:t>
            </a:r>
          </a:p>
          <a:p>
            <a:r>
              <a:rPr lang="en-US" sz="2200" dirty="0" smtClean="0"/>
              <a:t>int book_id; </a:t>
            </a:r>
          </a:p>
          <a:p>
            <a:r>
              <a:rPr lang="en-US" sz="2200" dirty="0" smtClean="0"/>
              <a:t>} book; </a:t>
            </a:r>
            <a:endParaRPr lang="en-US" sz="2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1722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a Structure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Autofit/>
          </a:bodyPr>
          <a:lstStyle/>
          <a:p>
            <a:r>
              <a:rPr lang="en-US" sz="1600" dirty="0" smtClean="0"/>
              <a:t>#include &lt;stdio.h&gt; </a:t>
            </a:r>
          </a:p>
          <a:p>
            <a:r>
              <a:rPr lang="en-US" sz="1600" dirty="0" smtClean="0"/>
              <a:t>#include &lt;string.h&gt; </a:t>
            </a:r>
          </a:p>
          <a:p>
            <a:r>
              <a:rPr lang="en-US" sz="1600" dirty="0" smtClean="0"/>
              <a:t>struct Books { </a:t>
            </a:r>
          </a:p>
          <a:p>
            <a:r>
              <a:rPr lang="en-US" sz="1600" dirty="0" smtClean="0"/>
              <a:t>char title[50]; </a:t>
            </a:r>
          </a:p>
          <a:p>
            <a:r>
              <a:rPr lang="en-US" sz="1600" dirty="0" smtClean="0"/>
              <a:t>char author[50]; </a:t>
            </a:r>
          </a:p>
          <a:p>
            <a:r>
              <a:rPr lang="en-US" sz="1600" dirty="0" smtClean="0"/>
              <a:t>char subject[100]; </a:t>
            </a:r>
          </a:p>
          <a:p>
            <a:r>
              <a:rPr lang="en-US" sz="1600" dirty="0" smtClean="0"/>
              <a:t>int book_id; }; </a:t>
            </a:r>
          </a:p>
          <a:p>
            <a:r>
              <a:rPr lang="en-US" sz="1600" dirty="0" smtClean="0"/>
              <a:t>int main( ) </a:t>
            </a:r>
          </a:p>
          <a:p>
            <a:r>
              <a:rPr lang="en-US" sz="1600" dirty="0" smtClean="0"/>
              <a:t>{ </a:t>
            </a:r>
          </a:p>
          <a:p>
            <a:r>
              <a:rPr lang="en-US" sz="1600" dirty="0" smtClean="0"/>
              <a:t>struct Books Book1; /* Declare Book1 of type Book */ </a:t>
            </a:r>
          </a:p>
          <a:p>
            <a:r>
              <a:rPr lang="en-US" sz="1600" dirty="0" smtClean="0"/>
              <a:t>struct Books Book2; /* Declare Book2 of type Book */ </a:t>
            </a:r>
          </a:p>
          <a:p>
            <a:r>
              <a:rPr lang="en-US" sz="1600" dirty="0" smtClean="0"/>
              <a:t>/* book 1 specification */ </a:t>
            </a:r>
          </a:p>
          <a:p>
            <a:r>
              <a:rPr lang="en-US" sz="1600" dirty="0" smtClean="0"/>
              <a:t>strcpy( Book1.title, "C Programming"); </a:t>
            </a:r>
          </a:p>
          <a:p>
            <a:r>
              <a:rPr lang="en-US" sz="1600" dirty="0" smtClean="0"/>
              <a:t>strcpy( Book1.author, "Nuha Ali"); </a:t>
            </a:r>
          </a:p>
          <a:p>
            <a:r>
              <a:rPr lang="en-US" sz="1600" dirty="0" smtClean="0"/>
              <a:t>strcpy( Book1.subject, "C Programming Tutorial"); </a:t>
            </a:r>
          </a:p>
          <a:p>
            <a:r>
              <a:rPr lang="en-US" sz="1600" dirty="0" smtClean="0"/>
              <a:t>Book1.book_id = 6495407;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 For Structure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400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/* book 2 specification */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Book2.title, "Telecom Billing"); </a:t>
            </a:r>
          </a:p>
          <a:p>
            <a:r>
              <a:rPr lang="en-US" dirty="0" smtClean="0"/>
              <a:t>strcpy( Book2.author, "Zara Ali"); </a:t>
            </a:r>
          </a:p>
          <a:p>
            <a:r>
              <a:rPr lang="en-US" dirty="0" smtClean="0"/>
              <a:t>strcpy( Book2.subject, "Telecom Billing Tutorial"); </a:t>
            </a:r>
          </a:p>
          <a:p>
            <a:r>
              <a:rPr lang="en-US" dirty="0" smtClean="0"/>
              <a:t>Book2.book_id = 6495700; </a:t>
            </a:r>
          </a:p>
          <a:p>
            <a:r>
              <a:rPr lang="en-US" dirty="0" smtClean="0"/>
              <a:t>/* print Book1 info */ </a:t>
            </a:r>
          </a:p>
          <a:p>
            <a:r>
              <a:rPr lang="en-US" dirty="0" smtClean="0"/>
              <a:t>printf( "Book 1 title : %s\n", Book1.title); </a:t>
            </a:r>
          </a:p>
          <a:p>
            <a:r>
              <a:rPr lang="en-US" dirty="0" smtClean="0"/>
              <a:t>printf( "Book 1 author : %s\n", Book1.author); </a:t>
            </a:r>
          </a:p>
          <a:p>
            <a:r>
              <a:rPr lang="en-US" dirty="0" smtClean="0"/>
              <a:t>printf( "Book 1 subject : %s\n", Book1.subject); </a:t>
            </a:r>
          </a:p>
          <a:p>
            <a:r>
              <a:rPr lang="en-US" dirty="0" smtClean="0"/>
              <a:t>printf( "Book 1 book_id : %d\n", Book1.book_id); </a:t>
            </a:r>
          </a:p>
          <a:p>
            <a:r>
              <a:rPr lang="en-US" dirty="0" smtClean="0"/>
              <a:t>/* print Book2 info */ </a:t>
            </a:r>
          </a:p>
          <a:p>
            <a:r>
              <a:rPr lang="en-US" dirty="0" smtClean="0"/>
              <a:t>printf( "Book 2 title : %s\n", Book2.title); </a:t>
            </a:r>
          </a:p>
          <a:p>
            <a:r>
              <a:rPr lang="en-US" dirty="0" smtClean="0"/>
              <a:t>printf( "Book 2 author : %s\n", Book2.author); </a:t>
            </a:r>
          </a:p>
          <a:p>
            <a:r>
              <a:rPr lang="en-US" dirty="0" smtClean="0"/>
              <a:t>printf( "Book 2 subject : %s\n", Book2.subject); </a:t>
            </a:r>
          </a:p>
          <a:p>
            <a:r>
              <a:rPr lang="en-US" dirty="0" smtClean="0"/>
              <a:t>printf( "Book 2 book_id : %d\n", Book2.book_id);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81200"/>
            <a:ext cx="8610600" cy="4724400"/>
          </a:xfrm>
        </p:spPr>
        <p:txBody>
          <a:bodyPr/>
          <a:lstStyle/>
          <a:p>
            <a:r>
              <a:rPr lang="en-US" dirty="0" err="1" smtClean="0"/>
              <a:t>struct</a:t>
            </a:r>
            <a:r>
              <a:rPr lang="en-US" dirty="0" smtClean="0"/>
              <a:t> Books *</a:t>
            </a:r>
            <a:r>
              <a:rPr lang="en-US" dirty="0" err="1" smtClean="0"/>
              <a:t>struct_pointer</a:t>
            </a:r>
            <a:r>
              <a:rPr lang="en-US" dirty="0" smtClean="0"/>
              <a:t>;</a:t>
            </a:r>
          </a:p>
          <a:p>
            <a:r>
              <a:rPr lang="en-US" dirty="0" smtClean="0"/>
              <a:t>Access the members of a structure using a </a:t>
            </a:r>
            <a:r>
              <a:rPr lang="en-US" b="1" dirty="0" smtClean="0"/>
              <a:t>pointer to that structure</a:t>
            </a:r>
            <a:r>
              <a:rPr lang="en-US" b="1" dirty="0"/>
              <a:t> </a:t>
            </a:r>
            <a:r>
              <a:rPr lang="en-US" dirty="0" smtClean="0"/>
              <a:t>must use the </a:t>
            </a:r>
            <a:r>
              <a:rPr lang="en-US" b="1" dirty="0" smtClean="0"/>
              <a:t>-&gt; operator </a:t>
            </a:r>
          </a:p>
          <a:p>
            <a:r>
              <a:rPr lang="en-US" dirty="0" err="1" smtClean="0"/>
              <a:t>struct_pointer</a:t>
            </a:r>
            <a:r>
              <a:rPr lang="en-US" dirty="0" smtClean="0"/>
              <a:t>-&gt;title;</a:t>
            </a:r>
            <a:endParaRPr lang="en-US" b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010400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Pointers to Structures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867400"/>
          </a:xfrm>
        </p:spPr>
        <p:txBody>
          <a:bodyPr>
            <a:normAutofit fontScale="32500" lnSpcReduction="20000"/>
          </a:bodyPr>
          <a:lstStyle/>
          <a:p>
            <a:r>
              <a:rPr lang="en-US" sz="4500" dirty="0" smtClean="0"/>
              <a:t>#include &lt;</a:t>
            </a:r>
            <a:r>
              <a:rPr lang="en-US" sz="4500" dirty="0" err="1" smtClean="0"/>
              <a:t>stdio.h</a:t>
            </a:r>
            <a:r>
              <a:rPr lang="en-US" sz="4500" dirty="0" smtClean="0"/>
              <a:t>&gt;</a:t>
            </a:r>
          </a:p>
          <a:p>
            <a:r>
              <a:rPr lang="en-US" sz="4500" dirty="0" smtClean="0"/>
              <a:t>#include &lt;</a:t>
            </a:r>
            <a:r>
              <a:rPr lang="en-US" sz="4500" dirty="0" err="1" smtClean="0"/>
              <a:t>string.h</a:t>
            </a:r>
            <a:r>
              <a:rPr lang="en-US" sz="4500" dirty="0" smtClean="0"/>
              <a:t>&gt;</a:t>
            </a:r>
          </a:p>
          <a:p>
            <a:r>
              <a:rPr lang="en-US" sz="4000" dirty="0" err="1" smtClean="0"/>
              <a:t>struct</a:t>
            </a:r>
            <a:r>
              <a:rPr lang="en-US" sz="4000" dirty="0" smtClean="0"/>
              <a:t> Books</a:t>
            </a:r>
          </a:p>
          <a:p>
            <a:r>
              <a:rPr lang="en-US" sz="4000" dirty="0" smtClean="0"/>
              <a:t> {</a:t>
            </a:r>
          </a:p>
          <a:p>
            <a:r>
              <a:rPr lang="en-US" sz="4000" dirty="0" smtClean="0"/>
              <a:t> char title[50];</a:t>
            </a:r>
          </a:p>
          <a:p>
            <a:r>
              <a:rPr lang="en-US" sz="4000" dirty="0" smtClean="0"/>
              <a:t> char author[50];</a:t>
            </a:r>
          </a:p>
          <a:p>
            <a:r>
              <a:rPr lang="en-US" sz="4000" dirty="0" smtClean="0"/>
              <a:t> char subject[100];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int</a:t>
            </a:r>
            <a:r>
              <a:rPr lang="en-US" sz="4000" dirty="0" smtClean="0"/>
              <a:t> </a:t>
            </a:r>
            <a:r>
              <a:rPr lang="en-US" sz="4000" dirty="0" err="1" smtClean="0"/>
              <a:t>book_id</a:t>
            </a:r>
            <a:r>
              <a:rPr lang="en-US" sz="4000" dirty="0" smtClean="0"/>
              <a:t>;</a:t>
            </a:r>
          </a:p>
          <a:p>
            <a:r>
              <a:rPr lang="en-US" sz="4000" dirty="0" smtClean="0"/>
              <a:t> };</a:t>
            </a:r>
          </a:p>
          <a:p>
            <a:r>
              <a:rPr lang="en-US" sz="4000" dirty="0" smtClean="0"/>
              <a:t> /* function declaration */</a:t>
            </a:r>
          </a:p>
          <a:p>
            <a:r>
              <a:rPr lang="en-US" sz="4000" dirty="0" smtClean="0"/>
              <a:t> void </a:t>
            </a:r>
            <a:r>
              <a:rPr lang="en-US" sz="4000" dirty="0" err="1" smtClean="0"/>
              <a:t>printBook</a:t>
            </a:r>
            <a:r>
              <a:rPr lang="en-US" sz="4000" dirty="0" smtClean="0"/>
              <a:t>( </a:t>
            </a:r>
            <a:r>
              <a:rPr lang="en-US" sz="4000" dirty="0" err="1" smtClean="0"/>
              <a:t>struct</a:t>
            </a:r>
            <a:r>
              <a:rPr lang="en-US" sz="4000" dirty="0" smtClean="0"/>
              <a:t> Books *book );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int</a:t>
            </a:r>
            <a:r>
              <a:rPr lang="en-US" sz="4000" dirty="0" smtClean="0"/>
              <a:t> main( )</a:t>
            </a:r>
          </a:p>
          <a:p>
            <a:r>
              <a:rPr lang="en-US" sz="4000" dirty="0" smtClean="0"/>
              <a:t> {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struct</a:t>
            </a:r>
            <a:r>
              <a:rPr lang="en-US" sz="4000" dirty="0" smtClean="0"/>
              <a:t> Books Book1;</a:t>
            </a:r>
          </a:p>
          <a:p>
            <a:r>
              <a:rPr lang="en-US" sz="4000" dirty="0" smtClean="0"/>
              <a:t> /* Declare Book1 of type Book */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struct</a:t>
            </a:r>
            <a:r>
              <a:rPr lang="en-US" sz="4000" dirty="0" smtClean="0"/>
              <a:t> Books Book2;</a:t>
            </a:r>
          </a:p>
          <a:p>
            <a:r>
              <a:rPr lang="en-US" sz="4000" dirty="0" smtClean="0"/>
              <a:t> /* Declare Book2 of type Book */</a:t>
            </a:r>
          </a:p>
          <a:p>
            <a:r>
              <a:rPr lang="en-US" sz="4000" dirty="0" smtClean="0"/>
              <a:t> /* book 1 specification */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strcpy</a:t>
            </a:r>
            <a:r>
              <a:rPr lang="en-US" sz="4000" dirty="0" smtClean="0"/>
              <a:t>( Book1.title, "C Programming");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strcpy</a:t>
            </a:r>
            <a:r>
              <a:rPr lang="en-US" sz="4000" dirty="0" smtClean="0"/>
              <a:t>( Book1.author, "</a:t>
            </a:r>
            <a:r>
              <a:rPr lang="en-US" sz="4000" dirty="0" err="1" smtClean="0"/>
              <a:t>Nuha</a:t>
            </a:r>
            <a:r>
              <a:rPr lang="en-US" sz="4000" dirty="0" smtClean="0"/>
              <a:t> Ali");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strcpy</a:t>
            </a:r>
            <a:r>
              <a:rPr lang="en-US" sz="4000" dirty="0" smtClean="0"/>
              <a:t>( Book1.subject, "C Programming Tutorial");</a:t>
            </a:r>
          </a:p>
          <a:p>
            <a:r>
              <a:rPr lang="en-US" sz="4000" dirty="0" smtClean="0"/>
              <a:t> Book1.book_id = 6495407;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858000" cy="838200"/>
          </a:xfrm>
        </p:spPr>
        <p:txBody>
          <a:bodyPr/>
          <a:lstStyle/>
          <a:p>
            <a:r>
              <a:rPr lang="en-US" dirty="0" smtClean="0"/>
              <a:t>Program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 /* book 2 specification */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strcpy</a:t>
            </a:r>
            <a:r>
              <a:rPr lang="en-US" dirty="0" smtClean="0"/>
              <a:t>( Book2.title, "Telecom Billing");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strcpy</a:t>
            </a:r>
            <a:r>
              <a:rPr lang="en-US" dirty="0" smtClean="0"/>
              <a:t>( Book2.author, "Zara Ali");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strcpy</a:t>
            </a:r>
            <a:r>
              <a:rPr lang="en-US" dirty="0" smtClean="0"/>
              <a:t>( Book2.subject, "Telecom Billing Tutorial");</a:t>
            </a:r>
          </a:p>
          <a:p>
            <a:r>
              <a:rPr lang="en-US" dirty="0" smtClean="0"/>
              <a:t> Book2.book_id = 6495700;</a:t>
            </a:r>
          </a:p>
          <a:p>
            <a:r>
              <a:rPr lang="en-US" dirty="0" smtClean="0"/>
              <a:t> /* print Book1 info by passing address of Book1 */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printBook</a:t>
            </a:r>
            <a:r>
              <a:rPr lang="en-US" dirty="0" smtClean="0"/>
              <a:t>( &amp;Book1 );</a:t>
            </a:r>
          </a:p>
          <a:p>
            <a:r>
              <a:rPr lang="en-US" dirty="0" smtClean="0"/>
              <a:t> /* print Book2 info by passing address of Book2 */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printBook</a:t>
            </a:r>
            <a:r>
              <a:rPr lang="en-US" dirty="0" smtClean="0"/>
              <a:t>( &amp;Book2 ); return 0;</a:t>
            </a:r>
          </a:p>
          <a:p>
            <a:r>
              <a:rPr lang="en-US" dirty="0" smtClean="0"/>
              <a:t> }</a:t>
            </a:r>
          </a:p>
          <a:p>
            <a:r>
              <a:rPr lang="en-US" dirty="0" smtClean="0"/>
              <a:t> void </a:t>
            </a:r>
            <a:r>
              <a:rPr lang="en-US" dirty="0" err="1" smtClean="0"/>
              <a:t>printBook</a:t>
            </a:r>
            <a:r>
              <a:rPr lang="en-US" dirty="0" smtClean="0"/>
              <a:t>( </a:t>
            </a:r>
            <a:r>
              <a:rPr lang="en-US" dirty="0" err="1" smtClean="0"/>
              <a:t>struct</a:t>
            </a:r>
            <a:r>
              <a:rPr lang="en-US" dirty="0" smtClean="0"/>
              <a:t> Books *book )</a:t>
            </a:r>
          </a:p>
          <a:p>
            <a:r>
              <a:rPr lang="en-US" dirty="0" smtClean="0"/>
              <a:t> {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 "Book title : %s\n", book-&gt;title);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 "Book author : %s\n", book-&gt;author);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 "Book subject : %s\n", book-&gt;subject);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 "Book </a:t>
            </a:r>
            <a:r>
              <a:rPr lang="en-US" dirty="0" err="1" smtClean="0"/>
              <a:t>book_id</a:t>
            </a:r>
            <a:r>
              <a:rPr lang="en-US" dirty="0" smtClean="0"/>
              <a:t> : %d\n", book-&gt;</a:t>
            </a:r>
            <a:r>
              <a:rPr lang="en-US" dirty="0" err="1" smtClean="0"/>
              <a:t>book_id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3733800"/>
          </a:xfrm>
        </p:spPr>
        <p:txBody>
          <a:bodyPr/>
          <a:lstStyle/>
          <a:p>
            <a:r>
              <a:rPr lang="en-US" dirty="0" smtClean="0"/>
              <a:t>To access any member of a structure, we use the member access operator (.). </a:t>
            </a:r>
          </a:p>
          <a:p>
            <a:endParaRPr lang="en-US" dirty="0" smtClean="0"/>
          </a:p>
          <a:p>
            <a:r>
              <a:rPr lang="en-US" dirty="0" smtClean="0"/>
              <a:t>The member access operator is coded as a period between the structure variable name and the structure member that we wish to access.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sz="3200" smtClean="0"/>
              <a:t>Accessing StructureMembers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#include &lt;</a:t>
            </a:r>
            <a:r>
              <a:rPr lang="en-US" dirty="0" err="1" smtClean="0"/>
              <a:t>string.h</a:t>
            </a:r>
            <a:r>
              <a:rPr lang="en-US" dirty="0" smtClean="0"/>
              <a:t>&gt; 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 Books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char title[50]; </a:t>
            </a:r>
          </a:p>
          <a:p>
            <a:r>
              <a:rPr lang="en-US" dirty="0" smtClean="0"/>
              <a:t>char author[50]; </a:t>
            </a:r>
          </a:p>
          <a:p>
            <a:r>
              <a:rPr lang="en-US" dirty="0" smtClean="0"/>
              <a:t>char subject[100];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book_id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 Books Book1; /* Declare Book1 of type Book */ 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 Books Book2; /* Declare Book2 of type Book */ </a:t>
            </a:r>
          </a:p>
          <a:p>
            <a:r>
              <a:rPr lang="en-US" dirty="0" smtClean="0"/>
              <a:t>/* book 1 specification */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Book1.title, "C Programming");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Book1.author, "</a:t>
            </a:r>
            <a:r>
              <a:rPr lang="en-US" dirty="0" err="1" smtClean="0"/>
              <a:t>Nuha</a:t>
            </a:r>
            <a:r>
              <a:rPr lang="en-US" dirty="0" smtClean="0"/>
              <a:t> Ali");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Book1.subject, "C Programming Tutorial"); </a:t>
            </a:r>
          </a:p>
          <a:p>
            <a:r>
              <a:rPr lang="en-US" dirty="0" smtClean="0"/>
              <a:t>Book1.book_id = 6495407;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sz="2800" smtClean="0"/>
              <a:t>Program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/* book 2 specification */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Book2.title, "Telecom Billing");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Book2.author, "Zara Ali");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Book2.subject, "Telecom Billing Tutorial"); </a:t>
            </a:r>
          </a:p>
          <a:p>
            <a:r>
              <a:rPr lang="en-US" dirty="0" smtClean="0"/>
              <a:t>Book2.book_id = 6495700; </a:t>
            </a:r>
          </a:p>
          <a:p>
            <a:r>
              <a:rPr lang="en-US" dirty="0" smtClean="0"/>
              <a:t>/* print Book1 info */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1 title : %s\n", Book1.title);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1 author : %s\n", Book1.author);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1 subject : %s\n", Book1.subject);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1 </a:t>
            </a:r>
            <a:r>
              <a:rPr lang="en-US" dirty="0" err="1" smtClean="0"/>
              <a:t>book_id</a:t>
            </a:r>
            <a:r>
              <a:rPr lang="en-US" dirty="0" smtClean="0"/>
              <a:t> : %d\n", Book1.book_id); </a:t>
            </a:r>
          </a:p>
          <a:p>
            <a:r>
              <a:rPr lang="en-US" dirty="0" smtClean="0"/>
              <a:t>/* print Book2 info */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2 title : %s\n", Book2.title);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2 author : %s\n", Book2.author);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2 subject : %s\n", Book2.subject);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 "Book 2 </a:t>
            </a:r>
            <a:r>
              <a:rPr lang="en-US" dirty="0" err="1" smtClean="0"/>
              <a:t>book_id</a:t>
            </a:r>
            <a:r>
              <a:rPr lang="en-US" dirty="0" smtClean="0"/>
              <a:t> : %d\n", Book2.book_id);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340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 Distance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feet;</a:t>
            </a:r>
          </a:p>
          <a:p>
            <a:r>
              <a:rPr lang="en-US" dirty="0" smtClean="0"/>
              <a:t>    float inch;</a:t>
            </a:r>
          </a:p>
          <a:p>
            <a:r>
              <a:rPr lang="en-US" dirty="0" smtClean="0"/>
              <a:t>} dist1, dist2, sum;</a:t>
            </a:r>
          </a:p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printf</a:t>
            </a:r>
            <a:r>
              <a:rPr lang="en-US" dirty="0" smtClean="0"/>
              <a:t>("1st distance\n");</a:t>
            </a:r>
          </a:p>
          <a:p>
            <a:endParaRPr lang="en-US" dirty="0" smtClean="0"/>
          </a:p>
          <a:p>
            <a:r>
              <a:rPr lang="en-US" dirty="0" smtClean="0"/>
              <a:t>    // Input of feet for structure variable dist1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printf</a:t>
            </a:r>
            <a:r>
              <a:rPr lang="en-US" dirty="0" smtClean="0"/>
              <a:t>("Enter feet: ");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scanf</a:t>
            </a:r>
            <a:r>
              <a:rPr lang="en-US" dirty="0" smtClean="0"/>
              <a:t>("%d", &amp;dist1.feet);</a:t>
            </a:r>
          </a:p>
          <a:p>
            <a:endParaRPr lang="en-US" dirty="0" smtClean="0"/>
          </a:p>
          <a:p>
            <a:r>
              <a:rPr lang="en-US" dirty="0" smtClean="0"/>
              <a:t>    // Input of inch for structure variable dist1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printf</a:t>
            </a:r>
            <a:r>
              <a:rPr lang="en-US" dirty="0" smtClean="0"/>
              <a:t>("Enter inch: ");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scanf</a:t>
            </a:r>
            <a:r>
              <a:rPr lang="en-US" dirty="0" smtClean="0"/>
              <a:t>("%f", &amp;dist1.inch);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sz="2400" smtClean="0"/>
              <a:t>Get</a:t>
            </a:r>
            <a:r>
              <a:rPr lang="en-US" sz="2400" dirty="0" smtClean="0"/>
              <a:t>t</a:t>
            </a:r>
            <a:r>
              <a:rPr sz="2400" smtClean="0"/>
              <a:t>ing the values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7912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 smtClean="0"/>
              <a:t>printf</a:t>
            </a:r>
            <a:r>
              <a:rPr lang="en-US" dirty="0" smtClean="0"/>
              <a:t>("2nd distance\n");</a:t>
            </a:r>
          </a:p>
          <a:p>
            <a:endParaRPr lang="en-US" dirty="0" smtClean="0"/>
          </a:p>
          <a:p>
            <a:r>
              <a:rPr lang="en-US" dirty="0" smtClean="0"/>
              <a:t>    // Input of feet for structure variable dist2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printf</a:t>
            </a:r>
            <a:r>
              <a:rPr lang="en-US" dirty="0" smtClean="0"/>
              <a:t>("Enter feet: ");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scanf</a:t>
            </a:r>
            <a:r>
              <a:rPr lang="en-US" dirty="0" smtClean="0"/>
              <a:t>("%d", &amp;dist2.feet);</a:t>
            </a:r>
          </a:p>
          <a:p>
            <a:endParaRPr lang="en-US" dirty="0" smtClean="0"/>
          </a:p>
          <a:p>
            <a:r>
              <a:rPr lang="en-US" dirty="0" smtClean="0"/>
              <a:t>    // Input of feet for structure variable dist2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printf</a:t>
            </a:r>
            <a:r>
              <a:rPr lang="en-US" dirty="0" smtClean="0"/>
              <a:t>("Enter inch: ");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scanf</a:t>
            </a:r>
            <a:r>
              <a:rPr lang="en-US" dirty="0" smtClean="0"/>
              <a:t>("%f", &amp;dist2.inch);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sum.feet</a:t>
            </a:r>
            <a:r>
              <a:rPr lang="en-US" dirty="0" smtClean="0"/>
              <a:t> = dist1.feet + dist2.feet;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sum.inch</a:t>
            </a:r>
            <a:r>
              <a:rPr lang="en-US" dirty="0" smtClean="0"/>
              <a:t> = dist1.inch + dist2.inch;</a:t>
            </a:r>
          </a:p>
          <a:p>
            <a:endParaRPr lang="en-US" dirty="0" smtClean="0"/>
          </a:p>
          <a:p>
            <a:r>
              <a:rPr lang="en-US" dirty="0" smtClean="0"/>
              <a:t>    if (</a:t>
            </a:r>
            <a:r>
              <a:rPr lang="en-US" dirty="0" err="1" smtClean="0"/>
              <a:t>sum.inch</a:t>
            </a:r>
            <a:r>
              <a:rPr lang="en-US" dirty="0" smtClean="0"/>
              <a:t> &gt; 12)</a:t>
            </a:r>
          </a:p>
          <a:p>
            <a:r>
              <a:rPr lang="en-US" dirty="0" smtClean="0"/>
              <a:t>    {</a:t>
            </a:r>
          </a:p>
          <a:p>
            <a:r>
              <a:rPr lang="en-US" dirty="0" smtClean="0"/>
              <a:t>      	//If inch is greater than 12, changing it to feet.</a:t>
            </a:r>
          </a:p>
          <a:p>
            <a:r>
              <a:rPr lang="en-US" dirty="0" smtClean="0"/>
              <a:t>        ++</a:t>
            </a:r>
            <a:r>
              <a:rPr lang="en-US" dirty="0" err="1" smtClean="0"/>
              <a:t>sum.feet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sum.inch</a:t>
            </a:r>
            <a:r>
              <a:rPr lang="en-US" dirty="0" smtClean="0"/>
              <a:t> = </a:t>
            </a:r>
            <a:r>
              <a:rPr lang="en-US" dirty="0" err="1" smtClean="0"/>
              <a:t>sum.inch</a:t>
            </a:r>
            <a:r>
              <a:rPr lang="en-US" dirty="0" smtClean="0"/>
              <a:t> - 12;</a:t>
            </a:r>
          </a:p>
          <a:p>
            <a:r>
              <a:rPr lang="en-US" dirty="0" smtClean="0"/>
              <a:t>    }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/>
          <a:lstStyle/>
          <a:p>
            <a:r>
              <a:rPr lang="en-US" dirty="0" smtClean="0"/>
              <a:t>// printing sum of distance dist1 and dist2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printf</a:t>
            </a:r>
            <a:r>
              <a:rPr lang="en-US" dirty="0" smtClean="0"/>
              <a:t>("Sum of distances = %d\'-%.1f\"", </a:t>
            </a:r>
            <a:r>
              <a:rPr lang="en-US" dirty="0" err="1" smtClean="0"/>
              <a:t>sum.feet</a:t>
            </a:r>
            <a:r>
              <a:rPr lang="en-US" dirty="0" smtClean="0"/>
              <a:t>, </a:t>
            </a:r>
            <a:r>
              <a:rPr lang="en-US" dirty="0" err="1" smtClean="0"/>
              <a:t>sum.inch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return 0;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#include &lt;</a:t>
            </a:r>
            <a:r>
              <a:rPr lang="en-US" dirty="0" err="1" smtClean="0"/>
              <a:t>stdlib.h</a:t>
            </a:r>
            <a:r>
              <a:rPr lang="en-US" dirty="0" smtClean="0"/>
              <a:t>&gt;</a:t>
            </a:r>
          </a:p>
          <a:p>
            <a:r>
              <a:rPr lang="en-US" dirty="0" err="1" smtClean="0"/>
              <a:t>struct</a:t>
            </a:r>
            <a:r>
              <a:rPr lang="en-US" dirty="0" smtClean="0"/>
              <a:t> person {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age;</a:t>
            </a:r>
          </a:p>
          <a:p>
            <a:r>
              <a:rPr lang="en-US" dirty="0" smtClean="0"/>
              <a:t>   float weight;</a:t>
            </a:r>
          </a:p>
          <a:p>
            <a:r>
              <a:rPr lang="en-US" dirty="0" smtClean="0"/>
              <a:t>   char name[30];</a:t>
            </a:r>
          </a:p>
          <a:p>
            <a:r>
              <a:rPr lang="en-US" dirty="0" smtClean="0"/>
              <a:t>};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struct</a:t>
            </a:r>
            <a:r>
              <a:rPr lang="en-US" dirty="0" smtClean="0"/>
              <a:t> person *</a:t>
            </a:r>
            <a:r>
              <a:rPr lang="en-US" dirty="0" err="1" smtClean="0"/>
              <a:t>ptr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num;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("Enter number of persons: ");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scanf</a:t>
            </a:r>
            <a:r>
              <a:rPr lang="en-US" dirty="0" smtClean="0"/>
              <a:t>("%d", &amp;num);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696200" cy="609600"/>
          </a:xfrm>
        </p:spPr>
        <p:txBody>
          <a:bodyPr>
            <a:normAutofit/>
          </a:bodyPr>
          <a:lstStyle/>
          <a:p>
            <a:r>
              <a:rPr sz="2800" smtClean="0"/>
              <a:t>Struct Using Memory allocation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ptr</a:t>
            </a:r>
            <a:r>
              <a:rPr lang="en-US" dirty="0" smtClean="0"/>
              <a:t> = (</a:t>
            </a:r>
            <a:r>
              <a:rPr lang="en-US" dirty="0" err="1" smtClean="0"/>
              <a:t>struct</a:t>
            </a:r>
            <a:r>
              <a:rPr lang="en-US" dirty="0" smtClean="0"/>
              <a:t> person*) </a:t>
            </a:r>
            <a:r>
              <a:rPr lang="en-US" dirty="0" err="1" smtClean="0"/>
              <a:t>malloc</a:t>
            </a:r>
            <a:r>
              <a:rPr lang="en-US" dirty="0" smtClean="0"/>
              <a:t>(num * </a:t>
            </a:r>
            <a:r>
              <a:rPr lang="en-US" dirty="0" err="1" smtClean="0"/>
              <a:t>sizeof</a:t>
            </a:r>
            <a:r>
              <a:rPr lang="en-US" dirty="0" smtClean="0"/>
              <a:t>(</a:t>
            </a:r>
            <a:r>
              <a:rPr lang="en-US" dirty="0" err="1" smtClean="0"/>
              <a:t>struct</a:t>
            </a:r>
            <a:r>
              <a:rPr lang="en-US" dirty="0" smtClean="0"/>
              <a:t> person));</a:t>
            </a:r>
          </a:p>
          <a:p>
            <a:r>
              <a:rPr lang="en-US" dirty="0" smtClean="0"/>
              <a:t>   // Above statement allocates the memory for n structures with pointer </a:t>
            </a:r>
            <a:r>
              <a:rPr lang="en-US" dirty="0" err="1" smtClean="0"/>
              <a:t>personPtr</a:t>
            </a:r>
            <a:r>
              <a:rPr lang="en-US" dirty="0" smtClean="0"/>
              <a:t> pointing to base address */</a:t>
            </a:r>
          </a:p>
          <a:p>
            <a:endParaRPr lang="en-US" dirty="0" smtClean="0"/>
          </a:p>
          <a:p>
            <a:r>
              <a:rPr lang="en-US" dirty="0" smtClean="0"/>
              <a:t>   for(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num; ++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{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printf</a:t>
            </a:r>
            <a:r>
              <a:rPr lang="en-US" dirty="0" smtClean="0"/>
              <a:t>("Enter name, age and weight of the person respectively:\n");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scanf</a:t>
            </a:r>
            <a:r>
              <a:rPr lang="en-US" dirty="0" smtClean="0"/>
              <a:t>("%</a:t>
            </a:r>
            <a:r>
              <a:rPr lang="en-US" dirty="0" err="1" smtClean="0"/>
              <a:t>s%d%f</a:t>
            </a:r>
            <a:r>
              <a:rPr lang="en-US" dirty="0" smtClean="0"/>
              <a:t>", &amp;(</a:t>
            </a:r>
            <a:r>
              <a:rPr lang="en-US" dirty="0" err="1" smtClean="0"/>
              <a:t>ptr+i</a:t>
            </a:r>
            <a:r>
              <a:rPr lang="en-US" dirty="0" smtClean="0"/>
              <a:t>)-&gt;name, &amp;(</a:t>
            </a:r>
            <a:r>
              <a:rPr lang="en-US" dirty="0" err="1" smtClean="0"/>
              <a:t>ptr+i</a:t>
            </a:r>
            <a:r>
              <a:rPr lang="en-US" dirty="0" smtClean="0"/>
              <a:t>)-&gt;age, &amp;(</a:t>
            </a:r>
            <a:r>
              <a:rPr lang="en-US" dirty="0" err="1" smtClean="0"/>
              <a:t>ptr+i</a:t>
            </a:r>
            <a:r>
              <a:rPr lang="en-US" dirty="0" smtClean="0"/>
              <a:t>)-&gt;weight);</a:t>
            </a:r>
          </a:p>
          <a:p>
            <a:r>
              <a:rPr lang="en-US" dirty="0" smtClean="0"/>
              <a:t>   }</a:t>
            </a:r>
          </a:p>
          <a:p>
            <a:endParaRPr lang="en-US" dirty="0" smtClean="0"/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("Displaying </a:t>
            </a:r>
            <a:r>
              <a:rPr lang="en-US" dirty="0" err="1" smtClean="0"/>
              <a:t>Infromation</a:t>
            </a:r>
            <a:r>
              <a:rPr lang="en-US" dirty="0" smtClean="0"/>
              <a:t>:\n");</a:t>
            </a:r>
          </a:p>
          <a:p>
            <a:r>
              <a:rPr lang="en-US" dirty="0" smtClean="0"/>
              <a:t>   for(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num; ++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   </a:t>
            </a:r>
            <a:r>
              <a:rPr lang="en-US" dirty="0" err="1" smtClean="0"/>
              <a:t>printf</a:t>
            </a:r>
            <a:r>
              <a:rPr lang="en-US" dirty="0" smtClean="0"/>
              <a:t>("%s\</a:t>
            </a:r>
            <a:r>
              <a:rPr lang="en-US" dirty="0" err="1" smtClean="0"/>
              <a:t>t%d</a:t>
            </a:r>
            <a:r>
              <a:rPr lang="en-US" dirty="0" smtClean="0"/>
              <a:t>\t%.2f\n", (</a:t>
            </a:r>
            <a:r>
              <a:rPr lang="en-US" dirty="0" err="1" smtClean="0"/>
              <a:t>ptr+i</a:t>
            </a:r>
            <a:r>
              <a:rPr lang="en-US" dirty="0" smtClean="0"/>
              <a:t>)-&gt;name, (</a:t>
            </a:r>
            <a:r>
              <a:rPr lang="en-US" dirty="0" err="1" smtClean="0"/>
              <a:t>ptr+i</a:t>
            </a:r>
            <a:r>
              <a:rPr lang="en-US" dirty="0" smtClean="0"/>
              <a:t>)-&gt;age, (</a:t>
            </a:r>
            <a:r>
              <a:rPr lang="en-US" dirty="0" err="1" smtClean="0"/>
              <a:t>ptr+i</a:t>
            </a:r>
            <a:r>
              <a:rPr lang="en-US" dirty="0" smtClean="0"/>
              <a:t>)-&gt;weight);</a:t>
            </a:r>
          </a:p>
          <a:p>
            <a:endParaRPr lang="en-US" dirty="0" smtClean="0"/>
          </a:p>
          <a:p>
            <a:r>
              <a:rPr lang="en-US" dirty="0" smtClean="0"/>
              <a:t>   return 0;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208</TotalTime>
  <Words>1230</Words>
  <Application>Microsoft Office PowerPoint</Application>
  <PresentationFormat>On-screen Show (4:3)</PresentationFormat>
  <Paragraphs>217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Paper</vt:lpstr>
      <vt:lpstr>Structures</vt:lpstr>
      <vt:lpstr>Defining a Structure</vt:lpstr>
      <vt:lpstr>Program For Structure</vt:lpstr>
      <vt:lpstr>Slide 4</vt:lpstr>
      <vt:lpstr>Pointers to Structures</vt:lpstr>
      <vt:lpstr>Program</vt:lpstr>
      <vt:lpstr>Slide 7</vt:lpstr>
      <vt:lpstr>Accessing StructureMembers</vt:lpstr>
      <vt:lpstr>Program</vt:lpstr>
      <vt:lpstr>Slide 10</vt:lpstr>
      <vt:lpstr>Getting the values</vt:lpstr>
      <vt:lpstr>Slide 12</vt:lpstr>
      <vt:lpstr>Slide 13</vt:lpstr>
      <vt:lpstr>Struct Using Memory allocation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creator>HCT-03</dc:creator>
  <cp:lastModifiedBy>HCT</cp:lastModifiedBy>
  <cp:revision>25</cp:revision>
  <dcterms:created xsi:type="dcterms:W3CDTF">2006-08-16T00:00:00Z</dcterms:created>
  <dcterms:modified xsi:type="dcterms:W3CDTF">2017-07-19T04:22:12Z</dcterms:modified>
</cp:coreProperties>
</file>