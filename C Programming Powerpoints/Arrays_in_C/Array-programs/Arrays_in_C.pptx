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542D80E-34C1-4EAC-ACA7-D469631B14D3}" type="datetimeFigureOut">
              <a:rPr lang="en-US" smtClean="0"/>
              <a:pPr/>
              <a:t>7/20/2017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1"/>
            <a:ext cx="4114800" cy="68579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Arrays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610600" cy="5334000"/>
          </a:xfrm>
        </p:spPr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tore </a:t>
            </a:r>
            <a:r>
              <a:rPr lang="en-US" dirty="0"/>
              <a:t>a collection of </a:t>
            </a:r>
            <a:r>
              <a:rPr lang="en-US" dirty="0" smtClean="0"/>
              <a:t>Data.</a:t>
            </a:r>
            <a:endParaRPr lang="en-US" dirty="0"/>
          </a:p>
          <a:p>
            <a:r>
              <a:rPr lang="en-US" dirty="0"/>
              <a:t>A</a:t>
            </a:r>
            <a:r>
              <a:rPr lang="en-US" dirty="0" smtClean="0"/>
              <a:t>rrays </a:t>
            </a:r>
            <a:r>
              <a:rPr lang="en-US" dirty="0"/>
              <a:t>consist of contiguous memory </a:t>
            </a:r>
            <a:r>
              <a:rPr lang="en-US" dirty="0" smtClean="0"/>
              <a:t>locations.</a:t>
            </a:r>
          </a:p>
          <a:p>
            <a:r>
              <a:rPr lang="en-US" dirty="0" smtClean="0"/>
              <a:t>An array is used to store a collection of data.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46482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458200" cy="60960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     Declaring Arrays</a:t>
            </a:r>
          </a:p>
          <a:p>
            <a:r>
              <a:rPr lang="en-US" dirty="0" smtClean="0"/>
              <a:t>type </a:t>
            </a:r>
            <a:r>
              <a:rPr lang="en-US" dirty="0" err="1"/>
              <a:t>arrayName</a:t>
            </a:r>
            <a:r>
              <a:rPr lang="en-US" dirty="0"/>
              <a:t> [ </a:t>
            </a:r>
            <a:r>
              <a:rPr lang="en-US" dirty="0" err="1"/>
              <a:t>arraySize</a:t>
            </a:r>
            <a:r>
              <a:rPr lang="en-US" dirty="0"/>
              <a:t> ]; </a:t>
            </a:r>
            <a:endParaRPr lang="en-US" dirty="0" smtClean="0"/>
          </a:p>
          <a:p>
            <a:r>
              <a:rPr lang="en-US" dirty="0" smtClean="0"/>
              <a:t>double </a:t>
            </a:r>
            <a:r>
              <a:rPr lang="en-US" dirty="0"/>
              <a:t>balance[10]; </a:t>
            </a:r>
            <a:endParaRPr lang="en-US" dirty="0" smtClean="0"/>
          </a:p>
          <a:p>
            <a:endParaRPr lang="en-US" dirty="0"/>
          </a:p>
          <a:p>
            <a:pPr>
              <a:buNone/>
            </a:pPr>
            <a:r>
              <a:rPr lang="en-US" dirty="0" smtClean="0"/>
              <a:t>    Initializing Arrays</a:t>
            </a:r>
          </a:p>
          <a:p>
            <a:pPr>
              <a:buNone/>
            </a:pPr>
            <a:r>
              <a:rPr lang="en-US" dirty="0"/>
              <a:t>The number of values between braces { } </a:t>
            </a:r>
            <a:endParaRPr lang="en-US" dirty="0" smtClean="0"/>
          </a:p>
          <a:p>
            <a:r>
              <a:rPr lang="fr-FR" dirty="0"/>
              <a:t>double balance[5] = {1000.0, 2.0, 3.4, </a:t>
            </a:r>
            <a:r>
              <a:rPr lang="fr-FR" dirty="0" smtClean="0"/>
              <a:t>17.0,50.0</a:t>
            </a:r>
            <a:r>
              <a:rPr lang="fr-FR" dirty="0"/>
              <a:t>}; </a:t>
            </a:r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Program For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stdio.h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&gt; </a:t>
            </a:r>
          </a:p>
          <a:p>
            <a:pPr>
              <a:lnSpc>
                <a:spcPct val="120000"/>
              </a:lnSpc>
            </a:pP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main ()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{ </a:t>
            </a:r>
          </a:p>
          <a:p>
            <a:pPr>
              <a:lnSpc>
                <a:spcPct val="120000"/>
              </a:lnSpc>
            </a:pP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n[ 10 ]; 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/* 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n is an array of 10 integers */ </a:t>
            </a:r>
          </a:p>
          <a:p>
            <a:pPr>
              <a:lnSpc>
                <a:spcPct val="120000"/>
              </a:lnSpc>
            </a:pP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i,j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; </a:t>
            </a:r>
            <a:endParaRPr lang="en-US" sz="18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/* 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initialize elements of array n to 0 */ </a:t>
            </a:r>
          </a:p>
          <a:p>
            <a:pPr>
              <a:lnSpc>
                <a:spcPct val="120000"/>
              </a:lnSpc>
            </a:pPr>
            <a:r>
              <a:rPr lang="nn-NO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for ( i = 0; i &lt; 10; i++ ) </a:t>
            </a:r>
          </a:p>
          <a:p>
            <a:pPr>
              <a:lnSpc>
                <a:spcPct val="120000"/>
              </a:lnSpc>
            </a:pP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{ </a:t>
            </a:r>
          </a:p>
          <a:p>
            <a:pPr>
              <a:lnSpc>
                <a:spcPct val="120000"/>
              </a:lnSpc>
            </a:pP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[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] =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+ 100; /* set element at location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to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+ 100 */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}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/* output each array element's value */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for (j = 0; j &lt; 10; j++ )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{ </a:t>
            </a:r>
          </a:p>
          <a:p>
            <a:pPr>
              <a:lnSpc>
                <a:spcPct val="120000"/>
              </a:lnSpc>
            </a:pPr>
            <a:r>
              <a:rPr lang="pt-BR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printf("Element[%d] = %d\n", j, n[j] );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}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return 0;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}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69342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Two-Dimensional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Array initialization</a:t>
            </a:r>
          </a:p>
          <a:p>
            <a:pPr>
              <a:buNone/>
            </a:pPr>
            <a:r>
              <a:rPr lang="en-US" dirty="0"/>
              <a:t>type </a:t>
            </a:r>
            <a:r>
              <a:rPr lang="en-US" dirty="0" err="1"/>
              <a:t>arrayName</a:t>
            </a:r>
            <a:r>
              <a:rPr lang="en-US" dirty="0"/>
              <a:t> [ x ][ y ]; 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3048000"/>
            <a:ext cx="5486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610600" cy="6400800"/>
          </a:xfrm>
        </p:spPr>
        <p:txBody>
          <a:bodyPr/>
          <a:lstStyle/>
          <a:p>
            <a:r>
              <a:rPr lang="en-US" dirty="0"/>
              <a:t>Initializing Two-Dimensional </a:t>
            </a:r>
            <a:r>
              <a:rPr lang="en-US" dirty="0" smtClean="0"/>
              <a:t>Arrays</a:t>
            </a:r>
          </a:p>
          <a:p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a[3][4] = { </a:t>
            </a:r>
          </a:p>
          <a:p>
            <a:r>
              <a:rPr lang="en-US" dirty="0"/>
              <a:t>{0, 1, 2, 3} , </a:t>
            </a:r>
            <a:r>
              <a:rPr lang="en-US" dirty="0" smtClean="0"/>
              <a:t>	// </a:t>
            </a:r>
            <a:r>
              <a:rPr lang="en-US" dirty="0" err="1"/>
              <a:t>initializers</a:t>
            </a:r>
            <a:r>
              <a:rPr lang="en-US" dirty="0"/>
              <a:t> for row indexed by 0 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{4, 5, 6, 7} , </a:t>
            </a:r>
            <a:r>
              <a:rPr lang="en-US" dirty="0" smtClean="0"/>
              <a:t>	// </a:t>
            </a:r>
            <a:r>
              <a:rPr lang="en-US" dirty="0" err="1"/>
              <a:t>initializers</a:t>
            </a:r>
            <a:r>
              <a:rPr lang="en-US" dirty="0"/>
              <a:t> for row indexed by 1 </a:t>
            </a:r>
          </a:p>
          <a:p>
            <a:r>
              <a:rPr lang="en-US" dirty="0"/>
              <a:t>{8, 9, 10, 11</a:t>
            </a:r>
            <a:r>
              <a:rPr lang="en-US" dirty="0" smtClean="0"/>
              <a:t>}	 // </a:t>
            </a:r>
            <a:r>
              <a:rPr lang="en-US" dirty="0" err="1"/>
              <a:t>initializers</a:t>
            </a:r>
            <a:r>
              <a:rPr lang="en-US" dirty="0"/>
              <a:t> for row indexed by 2 </a:t>
            </a:r>
          </a:p>
          <a:p>
            <a:r>
              <a:rPr lang="en-US" dirty="0"/>
              <a:t>};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52400"/>
            <a:ext cx="7086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Program for 2D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867400"/>
          </a:xfrm>
        </p:spPr>
        <p:txBody>
          <a:bodyPr>
            <a:noAutofit/>
          </a:bodyPr>
          <a:lstStyle/>
          <a:p>
            <a:r>
              <a:rPr lang="en-US" sz="2000" dirty="0" smtClean="0"/>
              <a:t>#include &lt;</a:t>
            </a:r>
            <a:r>
              <a:rPr lang="en-US" sz="2000" dirty="0" err="1" smtClean="0"/>
              <a:t>stdio.h</a:t>
            </a:r>
            <a:r>
              <a:rPr lang="en-US" sz="2000" dirty="0" smtClean="0"/>
              <a:t>&gt; 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main () </a:t>
            </a:r>
          </a:p>
          <a:p>
            <a:r>
              <a:rPr lang="en-US" sz="2000" dirty="0" smtClean="0"/>
              <a:t>{ </a:t>
            </a:r>
          </a:p>
          <a:p>
            <a:r>
              <a:rPr lang="en-US" sz="2000" dirty="0" smtClean="0"/>
              <a:t>/* an array with 5 rows and 2 columns*/ 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a[5][2] = { {0,0}, {1,2}, {2,4}, {3,6},{4,8}}; 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, j; </a:t>
            </a:r>
          </a:p>
          <a:p>
            <a:r>
              <a:rPr lang="en-US" sz="2000" dirty="0" smtClean="0"/>
              <a:t>/* output each array element's value */ </a:t>
            </a:r>
          </a:p>
          <a:p>
            <a:r>
              <a:rPr lang="nn-NO" sz="2000" dirty="0" smtClean="0"/>
              <a:t>for ( i = 0; i &lt; 5; i++ ) </a:t>
            </a:r>
          </a:p>
          <a:p>
            <a:r>
              <a:rPr lang="en-US" sz="2000" dirty="0" smtClean="0"/>
              <a:t>{ </a:t>
            </a:r>
          </a:p>
          <a:p>
            <a:r>
              <a:rPr lang="en-US" sz="2000" dirty="0" smtClean="0"/>
              <a:t>for ( j = 0; j &lt; 2; j++ ) </a:t>
            </a:r>
          </a:p>
          <a:p>
            <a:r>
              <a:rPr lang="en-US" sz="2000" dirty="0" smtClean="0"/>
              <a:t>{ </a:t>
            </a:r>
          </a:p>
          <a:p>
            <a:r>
              <a:rPr lang="pt-BR" sz="2000" dirty="0" smtClean="0"/>
              <a:t>printf("a[%d][%d] = %d\n", i,j, a[i][j] ); </a:t>
            </a:r>
          </a:p>
          <a:p>
            <a:r>
              <a:rPr lang="en-US" sz="2000" dirty="0" smtClean="0"/>
              <a:t>} </a:t>
            </a:r>
          </a:p>
          <a:p>
            <a:r>
              <a:rPr lang="en-US" sz="2000" dirty="0" smtClean="0"/>
              <a:t>} </a:t>
            </a:r>
          </a:p>
          <a:p>
            <a:r>
              <a:rPr lang="en-US" sz="2000" dirty="0" smtClean="0"/>
              <a:t>return 0; </a:t>
            </a:r>
          </a:p>
          <a:p>
            <a:r>
              <a:rPr lang="en-US" sz="2000" dirty="0" smtClean="0"/>
              <a:t>}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28600"/>
            <a:ext cx="3822192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Pointer to an Array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838200"/>
            <a:ext cx="7714488" cy="5715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 array name is a constant pointer to the first element of the array.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double balance[50];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double *p;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double balance[10];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 = balance;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Once you store the address of first element in p, you can access array elements using *p, *(p+1), *(p+2) and so on.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152400"/>
            <a:ext cx="2450592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762000"/>
            <a:ext cx="7638288" cy="5867400"/>
          </a:xfrm>
        </p:spPr>
        <p:txBody>
          <a:bodyPr>
            <a:normAutofit fontScale="4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an array with 5 elements */ 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double balance[5] = {1000.0, 2.0, 3.4, 17.0, 50.0};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*p;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 = balance;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output each array element's value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"Array values using pointer\n"); </a:t>
            </a:r>
          </a:p>
          <a:p>
            <a:r>
              <a:rPr lang="nn-NO" dirty="0" smtClean="0">
                <a:latin typeface="Times New Roman" pitchFamily="18" charset="0"/>
                <a:cs typeface="Times New Roman" pitchFamily="18" charset="0"/>
              </a:rPr>
              <a:t>for ( i = 0; i &lt; 5; i++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nn-NO" dirty="0" smtClean="0">
                <a:latin typeface="Times New Roman" pitchFamily="18" charset="0"/>
                <a:cs typeface="Times New Roman" pitchFamily="18" charset="0"/>
              </a:rPr>
              <a:t>printf("*(p + %d) : %f\n", i, *(p + i)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"Array values using balance as address\n"); </a:t>
            </a:r>
          </a:p>
          <a:p>
            <a:r>
              <a:rPr lang="nn-NO" dirty="0" smtClean="0">
                <a:latin typeface="Times New Roman" pitchFamily="18" charset="0"/>
                <a:cs typeface="Times New Roman" pitchFamily="18" charset="0"/>
              </a:rPr>
              <a:t>for ( i = 0; i &lt; 5; i++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("*(balance + %d) : %f\n",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*(balance +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234</TotalTime>
  <Words>421</Words>
  <Application>Microsoft Office PowerPoint</Application>
  <PresentationFormat>On-screen Show (4:3)</PresentationFormat>
  <Paragraphs>89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Solstice</vt:lpstr>
      <vt:lpstr>Arrays</vt:lpstr>
      <vt:lpstr>Slide 2</vt:lpstr>
      <vt:lpstr>Program For Arrays</vt:lpstr>
      <vt:lpstr>Two-Dimensional Arrays</vt:lpstr>
      <vt:lpstr>Slide 5</vt:lpstr>
      <vt:lpstr>Program for 2D Arrays</vt:lpstr>
      <vt:lpstr>Pointer to an Array</vt:lpstr>
      <vt:lpstr>Program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dc:creator>HCT-03</dc:creator>
  <cp:lastModifiedBy>HCT</cp:lastModifiedBy>
  <cp:revision>26</cp:revision>
  <dcterms:created xsi:type="dcterms:W3CDTF">2015-11-30T02:19:02Z</dcterms:created>
  <dcterms:modified xsi:type="dcterms:W3CDTF">2017-07-20T14:04:20Z</dcterms:modified>
</cp:coreProperties>
</file>