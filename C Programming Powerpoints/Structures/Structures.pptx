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0800" y="228601"/>
            <a:ext cx="4724400" cy="68579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Structures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8382000" cy="5715000"/>
          </a:xfrm>
        </p:spPr>
        <p:txBody>
          <a:bodyPr>
            <a:normAutofit/>
          </a:bodyPr>
          <a:lstStyle/>
          <a:p>
            <a:r>
              <a:rPr lang="en-US" dirty="0" smtClean="0"/>
              <a:t>Structure is a user defined data type.</a:t>
            </a:r>
          </a:p>
          <a:p>
            <a:r>
              <a:rPr lang="en-US" dirty="0" smtClean="0"/>
              <a:t>Structures are used to represent a record </a:t>
            </a:r>
          </a:p>
          <a:p>
            <a:r>
              <a:rPr lang="en-US" dirty="0" smtClean="0"/>
              <a:t>Must use the “</a:t>
            </a:r>
            <a:r>
              <a:rPr lang="en-US" b="1" dirty="0" smtClean="0"/>
              <a:t>struct” statement </a:t>
            </a:r>
          </a:p>
          <a:p>
            <a:endParaRPr lang="en-US" b="1" dirty="0" smtClean="0"/>
          </a:p>
          <a:p>
            <a:r>
              <a:rPr lang="en-US" dirty="0" smtClean="0"/>
              <a:t>Following attributes about each book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Title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Author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Subject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Book ID </a:t>
            </a:r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1722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a Structure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struct [structure tag] </a:t>
            </a:r>
          </a:p>
          <a:p>
            <a:r>
              <a:rPr lang="en-US" sz="2400" dirty="0" smtClean="0"/>
              <a:t>{ </a:t>
            </a:r>
          </a:p>
          <a:p>
            <a:r>
              <a:rPr lang="en-US" sz="2400" dirty="0" smtClean="0"/>
              <a:t>member definition; </a:t>
            </a:r>
          </a:p>
          <a:p>
            <a:r>
              <a:rPr lang="en-US" sz="2400" dirty="0" smtClean="0"/>
              <a:t>member definition; </a:t>
            </a:r>
          </a:p>
          <a:p>
            <a:r>
              <a:rPr lang="en-US" sz="2400" dirty="0" smtClean="0"/>
              <a:t>....…………...…………...</a:t>
            </a:r>
          </a:p>
          <a:p>
            <a:r>
              <a:rPr lang="en-US" sz="2400" dirty="0" smtClean="0"/>
              <a:t>member definition; </a:t>
            </a:r>
          </a:p>
          <a:p>
            <a:r>
              <a:rPr lang="en-US" sz="2400" dirty="0" smtClean="0"/>
              <a:t>} [one or more structure variables];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Following code</a:t>
            </a:r>
          </a:p>
          <a:p>
            <a:r>
              <a:rPr lang="en-US" sz="2200" dirty="0" smtClean="0"/>
              <a:t>struct Books </a:t>
            </a:r>
          </a:p>
          <a:p>
            <a:r>
              <a:rPr lang="en-US" sz="2200" dirty="0" smtClean="0"/>
              <a:t>{ </a:t>
            </a:r>
          </a:p>
          <a:p>
            <a:r>
              <a:rPr lang="en-US" sz="2200" dirty="0" smtClean="0"/>
              <a:t>char title[50]; </a:t>
            </a:r>
          </a:p>
          <a:p>
            <a:r>
              <a:rPr lang="en-US" sz="2200" dirty="0" smtClean="0"/>
              <a:t>char author[50]; </a:t>
            </a:r>
          </a:p>
          <a:p>
            <a:r>
              <a:rPr lang="en-US" sz="2200" dirty="0" smtClean="0"/>
              <a:t>char subject[100]; </a:t>
            </a:r>
          </a:p>
          <a:p>
            <a:r>
              <a:rPr lang="en-US" sz="2200" dirty="0" smtClean="0"/>
              <a:t>int book_id; </a:t>
            </a:r>
          </a:p>
          <a:p>
            <a:r>
              <a:rPr lang="en-US" sz="2200" dirty="0" smtClean="0"/>
              <a:t>} book; 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 For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Autofit/>
          </a:bodyPr>
          <a:lstStyle/>
          <a:p>
            <a:r>
              <a:rPr lang="en-US" sz="1600" dirty="0" smtClean="0"/>
              <a:t>#include &lt;stdio.h&gt; </a:t>
            </a:r>
          </a:p>
          <a:p>
            <a:r>
              <a:rPr lang="en-US" sz="1600" dirty="0" smtClean="0"/>
              <a:t>#include &lt;string.h&gt; </a:t>
            </a:r>
          </a:p>
          <a:p>
            <a:r>
              <a:rPr lang="en-US" sz="1600" dirty="0" smtClean="0"/>
              <a:t>struct Books { </a:t>
            </a:r>
          </a:p>
          <a:p>
            <a:r>
              <a:rPr lang="en-US" sz="1600" dirty="0" smtClean="0"/>
              <a:t>char title[50]; </a:t>
            </a:r>
          </a:p>
          <a:p>
            <a:r>
              <a:rPr lang="en-US" sz="1600" dirty="0" smtClean="0"/>
              <a:t>char author[50]; </a:t>
            </a:r>
          </a:p>
          <a:p>
            <a:r>
              <a:rPr lang="en-US" sz="1600" dirty="0" smtClean="0"/>
              <a:t>char subject[100]; </a:t>
            </a:r>
          </a:p>
          <a:p>
            <a:r>
              <a:rPr lang="en-US" sz="1600" dirty="0" smtClean="0"/>
              <a:t>int book_id; </a:t>
            </a:r>
          </a:p>
          <a:p>
            <a:r>
              <a:rPr lang="en-US" sz="1600" dirty="0" smtClean="0"/>
              <a:t>}; </a:t>
            </a:r>
          </a:p>
          <a:p>
            <a:r>
              <a:rPr lang="en-US" sz="1600" dirty="0" smtClean="0"/>
              <a:t>int main( ) </a:t>
            </a:r>
          </a:p>
          <a:p>
            <a:r>
              <a:rPr lang="en-US" sz="1600" dirty="0" smtClean="0"/>
              <a:t>{ </a:t>
            </a:r>
          </a:p>
          <a:p>
            <a:r>
              <a:rPr lang="en-US" sz="1600" dirty="0" smtClean="0"/>
              <a:t>struct Books Book1; /* Declare Book1 of type Book */ </a:t>
            </a:r>
          </a:p>
          <a:p>
            <a:r>
              <a:rPr lang="en-US" sz="1600" dirty="0" smtClean="0"/>
              <a:t>struct Books Book2; /* Declare Book2 of type Book */ </a:t>
            </a:r>
          </a:p>
          <a:p>
            <a:r>
              <a:rPr lang="en-US" sz="1600" dirty="0" smtClean="0"/>
              <a:t>/* book 1 specification */ </a:t>
            </a:r>
          </a:p>
          <a:p>
            <a:r>
              <a:rPr lang="en-US" sz="1600" dirty="0" smtClean="0"/>
              <a:t>strcpy( Book1.title, "C Programming"); </a:t>
            </a:r>
          </a:p>
          <a:p>
            <a:r>
              <a:rPr lang="en-US" sz="1600" dirty="0" smtClean="0"/>
              <a:t>strcpy( Book1.author, "Nuha Ali"); </a:t>
            </a:r>
          </a:p>
          <a:p>
            <a:r>
              <a:rPr lang="en-US" sz="1600" dirty="0" smtClean="0"/>
              <a:t>strcpy( Book1.subject, "C Programming Tutorial"); </a:t>
            </a:r>
          </a:p>
          <a:p>
            <a:r>
              <a:rPr lang="en-US" sz="1600" dirty="0" smtClean="0"/>
              <a:t>Book1.book_id = 6495407;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400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/* book 2 specification */ </a:t>
            </a:r>
          </a:p>
          <a:p>
            <a:r>
              <a:rPr lang="en-US" dirty="0" err="1" smtClean="0"/>
              <a:t>strcpy</a:t>
            </a:r>
            <a:r>
              <a:rPr lang="en-US" dirty="0" smtClean="0"/>
              <a:t>( Book2.title, "Telecom Billing"); </a:t>
            </a:r>
          </a:p>
          <a:p>
            <a:r>
              <a:rPr lang="en-US" dirty="0" smtClean="0"/>
              <a:t>strcpy( Book2.author, "Zara Ali"); </a:t>
            </a:r>
          </a:p>
          <a:p>
            <a:r>
              <a:rPr lang="en-US" dirty="0" smtClean="0"/>
              <a:t>strcpy( Book2.subject, "Telecom Billing Tutorial"); </a:t>
            </a:r>
          </a:p>
          <a:p>
            <a:r>
              <a:rPr lang="en-US" dirty="0" smtClean="0"/>
              <a:t>Book2.book_id = 6495700; </a:t>
            </a:r>
          </a:p>
          <a:p>
            <a:r>
              <a:rPr lang="en-US" dirty="0" smtClean="0"/>
              <a:t>/* print Book1 info */ </a:t>
            </a:r>
          </a:p>
          <a:p>
            <a:r>
              <a:rPr lang="en-US" dirty="0" smtClean="0"/>
              <a:t>printf( "Book 1 title : %s\n", Book1.title); </a:t>
            </a:r>
          </a:p>
          <a:p>
            <a:r>
              <a:rPr lang="en-US" dirty="0" smtClean="0"/>
              <a:t>printf( "Book 1 author : %s\n", Book1.author); </a:t>
            </a:r>
          </a:p>
          <a:p>
            <a:r>
              <a:rPr lang="en-US" dirty="0" smtClean="0"/>
              <a:t>printf( "Book 1 subject : %s\n", Book1.subject); </a:t>
            </a:r>
          </a:p>
          <a:p>
            <a:r>
              <a:rPr lang="en-US" dirty="0" smtClean="0"/>
              <a:t>printf( "Book 1 book_id : %d\n", Book1.book_id); </a:t>
            </a:r>
          </a:p>
          <a:p>
            <a:r>
              <a:rPr lang="en-US" dirty="0" smtClean="0"/>
              <a:t>/* print Book2 info */ </a:t>
            </a:r>
          </a:p>
          <a:p>
            <a:r>
              <a:rPr lang="en-US" dirty="0" smtClean="0"/>
              <a:t>printf( "Book 2 title : %s\n", Book2.title); </a:t>
            </a:r>
          </a:p>
          <a:p>
            <a:r>
              <a:rPr lang="en-US" dirty="0" smtClean="0"/>
              <a:t>printf( "Book 2 author : %s\n", Book2.author); </a:t>
            </a:r>
          </a:p>
          <a:p>
            <a:r>
              <a:rPr lang="en-US" dirty="0" smtClean="0"/>
              <a:t>printf( "Book 2 subject : %s\n", Book2.subject); </a:t>
            </a:r>
          </a:p>
          <a:p>
            <a:r>
              <a:rPr lang="en-US" dirty="0" smtClean="0"/>
              <a:t>printf( "Book 2 book_id : %d\n", Book2.book_id);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70104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Pointers to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57400"/>
            <a:ext cx="8610600" cy="2743200"/>
          </a:xfrm>
        </p:spPr>
        <p:txBody>
          <a:bodyPr/>
          <a:lstStyle/>
          <a:p>
            <a:r>
              <a:rPr lang="en-US" dirty="0" err="1" smtClean="0"/>
              <a:t>struct</a:t>
            </a:r>
            <a:r>
              <a:rPr lang="en-US" dirty="0" smtClean="0"/>
              <a:t> Books *</a:t>
            </a:r>
            <a:r>
              <a:rPr lang="en-US" dirty="0" err="1" smtClean="0"/>
              <a:t>struct_pointer</a:t>
            </a:r>
            <a:r>
              <a:rPr lang="en-US" dirty="0" smtClean="0"/>
              <a:t>;</a:t>
            </a:r>
          </a:p>
          <a:p>
            <a:r>
              <a:rPr lang="en-US" dirty="0" smtClean="0"/>
              <a:t>Access the members of a structure using a </a:t>
            </a:r>
            <a:r>
              <a:rPr lang="en-US" b="1" dirty="0" smtClean="0"/>
              <a:t>pointer to that structure</a:t>
            </a:r>
            <a:r>
              <a:rPr lang="en-US" b="1" dirty="0"/>
              <a:t> </a:t>
            </a:r>
            <a:r>
              <a:rPr lang="en-US" dirty="0" smtClean="0"/>
              <a:t>must use the </a:t>
            </a:r>
            <a:r>
              <a:rPr lang="en-US" b="1" dirty="0" smtClean="0"/>
              <a:t>-&gt; operator </a:t>
            </a:r>
          </a:p>
          <a:p>
            <a:r>
              <a:rPr lang="en-US" dirty="0" err="1" smtClean="0"/>
              <a:t>struct_pointer</a:t>
            </a:r>
            <a:r>
              <a:rPr lang="en-US" dirty="0" smtClean="0"/>
              <a:t>-&gt;title;</a:t>
            </a: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858000" cy="838200"/>
          </a:xfrm>
        </p:spPr>
        <p:txBody>
          <a:bodyPr/>
          <a:lstStyle/>
          <a:p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867400"/>
          </a:xfrm>
        </p:spPr>
        <p:txBody>
          <a:bodyPr>
            <a:normAutofit fontScale="40000" lnSpcReduction="20000"/>
          </a:bodyPr>
          <a:lstStyle/>
          <a:p>
            <a:r>
              <a:rPr lang="en-US" sz="4500" dirty="0" smtClean="0"/>
              <a:t>#include &lt;</a:t>
            </a:r>
            <a:r>
              <a:rPr lang="en-US" sz="4500" dirty="0" err="1" smtClean="0"/>
              <a:t>stdio.h</a:t>
            </a:r>
            <a:r>
              <a:rPr lang="en-US" sz="4500" dirty="0" smtClean="0"/>
              <a:t>&gt;</a:t>
            </a:r>
          </a:p>
          <a:p>
            <a:r>
              <a:rPr lang="en-US" sz="4500" dirty="0" smtClean="0"/>
              <a:t>#include &lt;</a:t>
            </a:r>
            <a:r>
              <a:rPr lang="en-US" sz="4500" dirty="0" err="1" smtClean="0"/>
              <a:t>string.h</a:t>
            </a:r>
            <a:r>
              <a:rPr lang="en-US" sz="4500" dirty="0" smtClean="0"/>
              <a:t>&gt;</a:t>
            </a:r>
          </a:p>
          <a:p>
            <a:r>
              <a:rPr lang="en-US" sz="4000" dirty="0" err="1" smtClean="0"/>
              <a:t>struct</a:t>
            </a:r>
            <a:r>
              <a:rPr lang="en-US" sz="4000" dirty="0" smtClean="0"/>
              <a:t> Books</a:t>
            </a:r>
          </a:p>
          <a:p>
            <a:r>
              <a:rPr lang="en-US" sz="4000" dirty="0" smtClean="0"/>
              <a:t> {</a:t>
            </a:r>
          </a:p>
          <a:p>
            <a:r>
              <a:rPr lang="en-US" sz="4000" dirty="0" smtClean="0"/>
              <a:t> char title[50];</a:t>
            </a:r>
          </a:p>
          <a:p>
            <a:r>
              <a:rPr lang="en-US" sz="4000" dirty="0" smtClean="0"/>
              <a:t> char author[50];</a:t>
            </a:r>
          </a:p>
          <a:p>
            <a:r>
              <a:rPr lang="en-US" sz="4000" dirty="0" smtClean="0"/>
              <a:t> char subject[100];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int</a:t>
            </a:r>
            <a:r>
              <a:rPr lang="en-US" sz="4000" dirty="0" smtClean="0"/>
              <a:t> </a:t>
            </a:r>
            <a:r>
              <a:rPr lang="en-US" sz="4000" dirty="0" err="1" smtClean="0"/>
              <a:t>book_id</a:t>
            </a:r>
            <a:r>
              <a:rPr lang="en-US" sz="4000" dirty="0" smtClean="0"/>
              <a:t>;</a:t>
            </a:r>
          </a:p>
          <a:p>
            <a:r>
              <a:rPr lang="en-US" sz="4000" dirty="0" smtClean="0"/>
              <a:t> };</a:t>
            </a:r>
          </a:p>
          <a:p>
            <a:r>
              <a:rPr lang="en-US" sz="4000" dirty="0" smtClean="0"/>
              <a:t> /* function declaration */</a:t>
            </a:r>
          </a:p>
          <a:p>
            <a:r>
              <a:rPr lang="en-US" sz="4000" dirty="0" smtClean="0"/>
              <a:t> void </a:t>
            </a:r>
            <a:r>
              <a:rPr lang="en-US" sz="4000" dirty="0" err="1" smtClean="0"/>
              <a:t>printBook</a:t>
            </a:r>
            <a:r>
              <a:rPr lang="en-US" sz="4000" dirty="0" smtClean="0"/>
              <a:t>( </a:t>
            </a:r>
            <a:r>
              <a:rPr lang="en-US" sz="4000" dirty="0" err="1" smtClean="0"/>
              <a:t>struct</a:t>
            </a:r>
            <a:r>
              <a:rPr lang="en-US" sz="4000" dirty="0" smtClean="0"/>
              <a:t> Books *book );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int</a:t>
            </a:r>
            <a:r>
              <a:rPr lang="en-US" sz="4000" dirty="0" smtClean="0"/>
              <a:t> main( )</a:t>
            </a:r>
          </a:p>
          <a:p>
            <a:r>
              <a:rPr lang="en-US" sz="4000" dirty="0" smtClean="0"/>
              <a:t> {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struct</a:t>
            </a:r>
            <a:r>
              <a:rPr lang="en-US" sz="4000" dirty="0" smtClean="0"/>
              <a:t> Books Book1;</a:t>
            </a:r>
          </a:p>
          <a:p>
            <a:r>
              <a:rPr lang="en-US" sz="4000" dirty="0" smtClean="0"/>
              <a:t> /* Declare Book1 of type Book */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struct</a:t>
            </a:r>
            <a:r>
              <a:rPr lang="en-US" sz="4000" dirty="0" smtClean="0"/>
              <a:t> Books Book2;</a:t>
            </a:r>
          </a:p>
          <a:p>
            <a:r>
              <a:rPr lang="en-US" sz="4000" dirty="0" smtClean="0"/>
              <a:t> /* Declare Book2 of type Book */</a:t>
            </a:r>
          </a:p>
          <a:p>
            <a:r>
              <a:rPr lang="en-US" sz="4000" dirty="0" smtClean="0"/>
              <a:t> /* book 1 specification */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strcpy</a:t>
            </a:r>
            <a:r>
              <a:rPr lang="en-US" sz="4000" dirty="0" smtClean="0"/>
              <a:t>( Book1.title, "C Programming");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strcpy</a:t>
            </a:r>
            <a:r>
              <a:rPr lang="en-US" sz="4000" dirty="0" smtClean="0"/>
              <a:t>( Book1.author, "</a:t>
            </a:r>
            <a:r>
              <a:rPr lang="en-US" sz="4000" dirty="0" err="1" smtClean="0"/>
              <a:t>Nuha</a:t>
            </a:r>
            <a:r>
              <a:rPr lang="en-US" sz="4000" dirty="0" smtClean="0"/>
              <a:t> Ali");</a:t>
            </a:r>
          </a:p>
          <a:p>
            <a:r>
              <a:rPr lang="en-US" sz="4000" dirty="0" smtClean="0"/>
              <a:t> </a:t>
            </a:r>
            <a:r>
              <a:rPr lang="en-US" sz="4000" dirty="0" err="1" smtClean="0"/>
              <a:t>strcpy</a:t>
            </a:r>
            <a:r>
              <a:rPr lang="en-US" sz="4000" dirty="0" smtClean="0"/>
              <a:t>( Book1.subject, "C Programming Tutorial");</a:t>
            </a:r>
          </a:p>
          <a:p>
            <a:r>
              <a:rPr lang="en-US" sz="4000" dirty="0" smtClean="0"/>
              <a:t> Book1.book_id = 6495407;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553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2000" dirty="0" smtClean="0"/>
              <a:t> /* book 2 specification */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strcpy</a:t>
            </a:r>
            <a:r>
              <a:rPr lang="en-US" sz="2000" dirty="0" smtClean="0"/>
              <a:t>( Book2.title, "Telecom Billing");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strcpy</a:t>
            </a:r>
            <a:r>
              <a:rPr lang="en-US" sz="2000" dirty="0" smtClean="0"/>
              <a:t>( Book2.author, "Zara Ali");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strcpy</a:t>
            </a:r>
            <a:r>
              <a:rPr lang="en-US" sz="2000" dirty="0" smtClean="0"/>
              <a:t>( Book2.subject, "Telecom Billing Tutorial");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Book2.book_id = 6495700;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/* print Book1 info by passing address of Book1 */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printBook</a:t>
            </a:r>
            <a:r>
              <a:rPr lang="en-US" sz="2000" dirty="0" smtClean="0"/>
              <a:t>( &amp;Book1 );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/* print Book2 info by passing address of Book2 */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printBook</a:t>
            </a:r>
            <a:r>
              <a:rPr lang="en-US" sz="2000" dirty="0" smtClean="0"/>
              <a:t>( &amp;Book2 ); return 0;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}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void </a:t>
            </a:r>
            <a:r>
              <a:rPr lang="en-US" sz="2000" dirty="0" err="1" smtClean="0"/>
              <a:t>printBook</a:t>
            </a:r>
            <a:r>
              <a:rPr lang="en-US" sz="2000" dirty="0" smtClean="0"/>
              <a:t>(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Books *book )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{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printf</a:t>
            </a:r>
            <a:r>
              <a:rPr lang="en-US" sz="2000" dirty="0" smtClean="0"/>
              <a:t>( "Book title : %s\n", book-&gt;title);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printf</a:t>
            </a:r>
            <a:r>
              <a:rPr lang="en-US" sz="2000" dirty="0" smtClean="0"/>
              <a:t>( "Book author : %s\n", book-&gt;author);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printf</a:t>
            </a:r>
            <a:r>
              <a:rPr lang="en-US" sz="2000" dirty="0" smtClean="0"/>
              <a:t>( "Book subject : %s\n", book-&gt;subject);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</a:t>
            </a:r>
            <a:r>
              <a:rPr lang="en-US" sz="2000" dirty="0" err="1" smtClean="0"/>
              <a:t>printf</a:t>
            </a:r>
            <a:r>
              <a:rPr lang="en-US" sz="2000" dirty="0" smtClean="0"/>
              <a:t>( "Book </a:t>
            </a:r>
            <a:r>
              <a:rPr lang="en-US" sz="2000" dirty="0" err="1" smtClean="0"/>
              <a:t>book_id</a:t>
            </a:r>
            <a:r>
              <a:rPr lang="en-US" sz="2000" dirty="0" smtClean="0"/>
              <a:t> : %d\n", book-&gt;</a:t>
            </a:r>
            <a:r>
              <a:rPr lang="en-US" sz="2000" dirty="0" err="1" smtClean="0"/>
              <a:t>book_id</a:t>
            </a:r>
            <a:r>
              <a:rPr lang="en-US" sz="2000" dirty="0" smtClean="0"/>
              <a:t>);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 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194</TotalTime>
  <Words>565</Words>
  <Application>Microsoft Office PowerPoint</Application>
  <PresentationFormat>On-screen Show (4:3)</PresentationFormat>
  <Paragraphs>105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Structures</vt:lpstr>
      <vt:lpstr>Defining a Structure</vt:lpstr>
      <vt:lpstr>Program For Structure</vt:lpstr>
      <vt:lpstr>Slide 4</vt:lpstr>
      <vt:lpstr>Pointers to Structures</vt:lpstr>
      <vt:lpstr>Program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</dc:title>
  <dc:creator>HCT-03</dc:creator>
  <cp:lastModifiedBy>HCT</cp:lastModifiedBy>
  <cp:revision>24</cp:revision>
  <dcterms:created xsi:type="dcterms:W3CDTF">2006-08-16T00:00:00Z</dcterms:created>
  <dcterms:modified xsi:type="dcterms:W3CDTF">2017-07-26T04:43:52Z</dcterms:modified>
</cp:coreProperties>
</file>