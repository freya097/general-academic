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05-Dec-15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05-Dec-15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05-Dec-15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05-Dec-15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05-Dec-15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05-Dec-15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05-Dec-15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05-Dec-15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05-Dec-15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05-Dec-15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05-Dec-15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05-Dec-15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800" y="228601"/>
            <a:ext cx="6553200" cy="838200"/>
          </a:xfrm>
        </p:spPr>
        <p:txBody>
          <a:bodyPr/>
          <a:lstStyle/>
          <a:p>
            <a:r>
              <a:rPr lang="en-US" b="1" dirty="0" smtClean="0"/>
              <a:t>Strings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990600"/>
            <a:ext cx="8763000" cy="57150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Strings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HCT-03</dc:creator>
  <cp:lastModifiedBy>HCT-03</cp:lastModifiedBy>
  <cp:revision>7</cp:revision>
  <dcterms:created xsi:type="dcterms:W3CDTF">2006-08-16T00:00:00Z</dcterms:created>
  <dcterms:modified xsi:type="dcterms:W3CDTF">2015-12-05T21:53:46Z</dcterms:modified>
</cp:coreProperties>
</file>