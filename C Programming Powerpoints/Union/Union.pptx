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2" r:id="rId5"/>
    <p:sldId id="257" r:id="rId6"/>
    <p:sldId id="258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228600"/>
            <a:ext cx="5715000" cy="762000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UNIONS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295400"/>
            <a:ext cx="8534400" cy="54102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Union is a user defined data structure which is used to store different data type in same memory location.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union with many members, but at any given instance of time only one member can contain value.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4267200" cy="56356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Defining a Union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32766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union, you must use the union statement in very similar was as you did while defining structure.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union statement defines a new data type, with more than one member for your program.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union [union tag]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member definition;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member definition;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...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member definition;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[one or more union variables];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82000" cy="6248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union tag is optional and each member definition is a normal variable definition, such as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; or float f; or any other valid variable definition.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union Data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float f;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char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[20];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data;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239000" cy="762000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5626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string.h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union Data 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float f;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[20]; };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union Data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"Memory size occupied by data : %d\n",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sizeof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(data));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9600"/>
            <a:ext cx="7315200" cy="685800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Accessing Union Members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534400" cy="3810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the member access operator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(.).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union keyword to define variables of union type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28600"/>
            <a:ext cx="3124200" cy="381000"/>
          </a:xfrm>
        </p:spPr>
        <p:txBody>
          <a:bodyPr>
            <a:normAutofit fontScale="90000"/>
          </a:bodyPr>
          <a:lstStyle/>
          <a:p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610600" cy="6019800"/>
          </a:xfrm>
        </p:spPr>
        <p:txBody>
          <a:bodyPr>
            <a:no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string.h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union Data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float f;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char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[20];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union Data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data.i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= 10;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data.f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= 220.5;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strcpy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 data.str, "C Programming");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 "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data.i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: %d\n",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data.i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 "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data.f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: %f\n",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data.f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 "data.str : %s\n", data.str);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303</TotalTime>
  <Words>305</Words>
  <Application>Microsoft Office PowerPoint</Application>
  <PresentationFormat>On-screen Show (4:3)</PresentationFormat>
  <Paragraphs>62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UNIONS</vt:lpstr>
      <vt:lpstr>Defining a Union</vt:lpstr>
      <vt:lpstr>Syntax</vt:lpstr>
      <vt:lpstr>Slide 4</vt:lpstr>
      <vt:lpstr>Program</vt:lpstr>
      <vt:lpstr>Accessing Union Members</vt:lpstr>
      <vt:lpstr>Program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UNIONS</dc:title>
  <dc:creator>HCT-03</dc:creator>
  <cp:lastModifiedBy>HCT</cp:lastModifiedBy>
  <cp:revision>24</cp:revision>
  <dcterms:created xsi:type="dcterms:W3CDTF">2006-08-16T00:00:00Z</dcterms:created>
  <dcterms:modified xsi:type="dcterms:W3CDTF">2017-07-27T05:23:15Z</dcterms:modified>
</cp:coreProperties>
</file>