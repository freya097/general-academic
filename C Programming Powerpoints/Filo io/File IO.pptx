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9" r:id="rId4"/>
    <p:sldId id="258" r:id="rId5"/>
    <p:sldId id="257" r:id="rId6"/>
    <p:sldId id="263" r:id="rId7"/>
    <p:sldId id="262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152401"/>
            <a:ext cx="5029200" cy="380999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File I/O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762000"/>
            <a:ext cx="8229600" cy="57912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C programmers can create, open, close text or binary files for their data storage. </a:t>
            </a:r>
            <a:endParaRPr lang="en-US" dirty="0" smtClean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A file represents a sequence of bytes, does not matter if it is a text file or binary file. </a:t>
            </a:r>
            <a:endParaRPr lang="en-US" dirty="0" smtClean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C </a:t>
            </a:r>
            <a:r>
              <a:rPr lang="en-US" dirty="0" smtClean="0">
                <a:solidFill>
                  <a:schemeClr val="tx1"/>
                </a:solidFill>
              </a:rPr>
              <a:t>programming language provides access on high level functions as well as low level (OS level) calls to handle file on your storage devices. 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"/>
            <a:ext cx="42672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Opening Files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r>
              <a:rPr lang="en-US" dirty="0" err="1" smtClean="0"/>
              <a:t>fopen</a:t>
            </a:r>
            <a:r>
              <a:rPr lang="en-US" dirty="0" smtClean="0"/>
              <a:t>( ) function to create a new file or to open an existing file, this call will initialize an object of the type </a:t>
            </a:r>
            <a:r>
              <a:rPr lang="en-US" dirty="0" smtClean="0"/>
              <a:t>FILE.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Syntax: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fr-FR" dirty="0" smtClean="0">
                <a:solidFill>
                  <a:srgbClr val="FF0066"/>
                </a:solidFill>
              </a:rPr>
              <a:t>FILE *</a:t>
            </a:r>
            <a:r>
              <a:rPr lang="fr-FR" dirty="0" err="1" smtClean="0">
                <a:solidFill>
                  <a:srgbClr val="FF0066"/>
                </a:solidFill>
              </a:rPr>
              <a:t>fopen</a:t>
            </a:r>
            <a:r>
              <a:rPr lang="fr-FR" dirty="0" smtClean="0">
                <a:solidFill>
                  <a:srgbClr val="FF0066"/>
                </a:solidFill>
              </a:rPr>
              <a:t>( </a:t>
            </a:r>
            <a:r>
              <a:rPr lang="fr-FR" dirty="0" err="1" smtClean="0">
                <a:solidFill>
                  <a:srgbClr val="FF0066"/>
                </a:solidFill>
              </a:rPr>
              <a:t>const</a:t>
            </a:r>
            <a:r>
              <a:rPr lang="fr-FR" dirty="0" smtClean="0">
                <a:solidFill>
                  <a:srgbClr val="FF0066"/>
                </a:solidFill>
              </a:rPr>
              <a:t> char * </a:t>
            </a:r>
            <a:r>
              <a:rPr lang="fr-FR" dirty="0" err="1" smtClean="0">
                <a:solidFill>
                  <a:srgbClr val="FF0066"/>
                </a:solidFill>
              </a:rPr>
              <a:t>filename</a:t>
            </a:r>
            <a:r>
              <a:rPr lang="fr-FR" dirty="0" smtClean="0">
                <a:solidFill>
                  <a:srgbClr val="FF0066"/>
                </a:solidFill>
              </a:rPr>
              <a:t>, </a:t>
            </a:r>
            <a:r>
              <a:rPr lang="fr-FR" dirty="0" err="1" smtClean="0">
                <a:solidFill>
                  <a:srgbClr val="FF0066"/>
                </a:solidFill>
              </a:rPr>
              <a:t>const</a:t>
            </a:r>
            <a:r>
              <a:rPr lang="fr-FR" dirty="0" smtClean="0">
                <a:solidFill>
                  <a:srgbClr val="FF0066"/>
                </a:solidFill>
              </a:rPr>
              <a:t> char * mode ); </a:t>
            </a:r>
            <a:endParaRPr lang="en-US" dirty="0">
              <a:solidFill>
                <a:srgbClr val="FF00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28601"/>
          <a:ext cx="8229600" cy="60118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800"/>
                <a:gridCol w="4114800"/>
              </a:tblGrid>
              <a:tr h="45719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Mode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baseline="0" dirty="0" smtClean="0">
                          <a:solidFill>
                            <a:srgbClr val="FF0066"/>
                          </a:solidFill>
                          <a:latin typeface="+mn-lt"/>
                          <a:ea typeface="+mn-ea"/>
                          <a:cs typeface="+mn-cs"/>
                        </a:rPr>
                        <a:t>Description </a:t>
                      </a:r>
                      <a:r>
                        <a:rPr 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</a:tr>
              <a:tr h="7135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Opens an existing text file for reading purpose. 	</a:t>
                      </a:r>
                    </a:p>
                  </a:txBody>
                  <a:tcPr/>
                </a:tc>
              </a:tr>
              <a:tr h="8427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 	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Opens a text file for writing, if it does not exist then a new file is created. 	</a:t>
                      </a:r>
                    </a:p>
                  </a:txBody>
                  <a:tcPr/>
                </a:tc>
              </a:tr>
              <a:tr h="93639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	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Opens a text file for writing in appending mode, if it does not exist then a new file is created. 	</a:t>
                      </a:r>
                    </a:p>
                  </a:txBody>
                  <a:tcPr/>
                </a:tc>
              </a:tr>
              <a:tr h="9223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r+ 	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Opens a text file for reading and writing both. 	</a:t>
                      </a:r>
                    </a:p>
                  </a:txBody>
                  <a:tcPr/>
                </a:tc>
              </a:tr>
              <a:tr h="121731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w+ 	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Opens a text file for reading and writing both. It first truncate the file to zero length if it exists otherwise create the file if it does not exist. 	</a:t>
                      </a:r>
                    </a:p>
                  </a:txBody>
                  <a:tcPr/>
                </a:tc>
              </a:tr>
              <a:tr h="9223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a+ 	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Opens a text file for reading and writing both. It creates the file if it does not exist.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Closing a File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/>
          <a:lstStyle/>
          <a:p>
            <a:r>
              <a:rPr lang="en-US" dirty="0" smtClean="0"/>
              <a:t>To close a file, use the </a:t>
            </a:r>
            <a:r>
              <a:rPr lang="en-US" dirty="0" err="1" smtClean="0"/>
              <a:t>fclose</a:t>
            </a:r>
            <a:r>
              <a:rPr lang="en-US" dirty="0" smtClean="0"/>
              <a:t>( ) </a:t>
            </a:r>
            <a:r>
              <a:rPr lang="en-US" dirty="0" smtClean="0"/>
              <a:t>function.</a:t>
            </a:r>
          </a:p>
          <a:p>
            <a:endParaRPr lang="en-US" dirty="0" smtClean="0"/>
          </a:p>
          <a:p>
            <a:r>
              <a:rPr lang="en-US" dirty="0" smtClean="0"/>
              <a:t>Syntax: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fclose</a:t>
            </a:r>
            <a:r>
              <a:rPr lang="en-US" dirty="0" smtClean="0"/>
              <a:t>( FILE *</a:t>
            </a:r>
            <a:r>
              <a:rPr lang="en-US" dirty="0" err="1" smtClean="0"/>
              <a:t>fp</a:t>
            </a:r>
            <a:r>
              <a:rPr lang="en-US" dirty="0" smtClean="0"/>
              <a:t> );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fclose</a:t>
            </a:r>
            <a:r>
              <a:rPr lang="en-US" dirty="0" smtClean="0"/>
              <a:t>( ) function returns zero on success, or EOF if there is an error in closing the file. </a:t>
            </a:r>
            <a:endParaRPr lang="en-US" dirty="0" smtClean="0"/>
          </a:p>
          <a:p>
            <a:r>
              <a:rPr lang="en-US" dirty="0" smtClean="0"/>
              <a:t>EOF is a constant defined in the header file </a:t>
            </a:r>
            <a:r>
              <a:rPr lang="en-US" dirty="0" err="1" smtClean="0"/>
              <a:t>stdio.h</a:t>
            </a:r>
            <a:r>
              <a:rPr lang="en-US" dirty="0" smtClean="0"/>
              <a:t>.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38862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Writing a File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15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function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fputc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writes the character value of the argument c to the output stream referenced by fp.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fputc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c, FILE *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);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returns the written character written on success otherwise EOF if there is an error.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fputs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 const char *s, FILE *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);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152400"/>
            <a:ext cx="2743200" cy="4572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Program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91200"/>
          </a:xfrm>
        </p:spPr>
        <p:txBody>
          <a:bodyPr>
            <a:normAutofit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main()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FILE *</a:t>
            </a:r>
            <a:r>
              <a:rPr lang="en-US" dirty="0" err="1" smtClean="0"/>
              <a:t>fp</a:t>
            </a:r>
            <a:r>
              <a:rPr lang="en-US" dirty="0" smtClean="0"/>
              <a:t>; </a:t>
            </a:r>
          </a:p>
          <a:p>
            <a:r>
              <a:rPr lang="en-US" dirty="0" err="1" smtClean="0"/>
              <a:t>fp</a:t>
            </a:r>
            <a:r>
              <a:rPr lang="en-US" dirty="0" smtClean="0"/>
              <a:t> </a:t>
            </a:r>
            <a:r>
              <a:rPr lang="en-US" dirty="0" smtClean="0"/>
              <a:t>= </a:t>
            </a:r>
            <a:r>
              <a:rPr lang="en-US" dirty="0" err="1" smtClean="0"/>
              <a:t>fopen</a:t>
            </a:r>
            <a:r>
              <a:rPr lang="en-US" dirty="0" smtClean="0"/>
              <a:t>("/</a:t>
            </a:r>
            <a:r>
              <a:rPr lang="en-US" dirty="0" err="1" smtClean="0"/>
              <a:t>tmp</a:t>
            </a:r>
            <a:r>
              <a:rPr lang="en-US" dirty="0" smtClean="0"/>
              <a:t>/test.txt", "w+"); </a:t>
            </a:r>
          </a:p>
          <a:p>
            <a:r>
              <a:rPr lang="en-US" dirty="0" err="1" smtClean="0"/>
              <a:t>fprintf</a:t>
            </a:r>
            <a:r>
              <a:rPr lang="en-US" dirty="0" smtClean="0"/>
              <a:t>(</a:t>
            </a:r>
            <a:r>
              <a:rPr lang="en-US" dirty="0" err="1" smtClean="0"/>
              <a:t>fp</a:t>
            </a:r>
            <a:r>
              <a:rPr lang="en-US" dirty="0" smtClean="0"/>
              <a:t>, "This is testing for </a:t>
            </a:r>
            <a:r>
              <a:rPr lang="en-US" dirty="0" err="1" smtClean="0"/>
              <a:t>fprintf</a:t>
            </a:r>
            <a:r>
              <a:rPr lang="en-US" dirty="0" smtClean="0"/>
              <a:t>...\n"); </a:t>
            </a:r>
          </a:p>
          <a:p>
            <a:r>
              <a:rPr lang="en-US" dirty="0" err="1" smtClean="0"/>
              <a:t>fputs</a:t>
            </a:r>
            <a:r>
              <a:rPr lang="en-US" dirty="0" smtClean="0"/>
              <a:t>("This is testing for </a:t>
            </a:r>
            <a:r>
              <a:rPr lang="en-US" dirty="0" err="1" smtClean="0"/>
              <a:t>fputs</a:t>
            </a:r>
            <a:r>
              <a:rPr lang="en-US" dirty="0" smtClean="0"/>
              <a:t>...\n", </a:t>
            </a:r>
            <a:r>
              <a:rPr lang="en-US" dirty="0" err="1" smtClean="0"/>
              <a:t>fp</a:t>
            </a:r>
            <a:r>
              <a:rPr lang="en-US" dirty="0" smtClean="0"/>
              <a:t>); </a:t>
            </a:r>
          </a:p>
          <a:p>
            <a:r>
              <a:rPr lang="en-US" dirty="0" err="1" smtClean="0"/>
              <a:t>fclose</a:t>
            </a:r>
            <a:r>
              <a:rPr lang="en-US" dirty="0" smtClean="0"/>
              <a:t>(</a:t>
            </a:r>
            <a:r>
              <a:rPr lang="en-US" dirty="0" err="1" smtClean="0"/>
              <a:t>fp</a:t>
            </a:r>
            <a:r>
              <a:rPr lang="en-US" dirty="0" smtClean="0"/>
              <a:t>);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152400"/>
            <a:ext cx="3429000" cy="4572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Reading a File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simplest function to read a single character from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file.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fgetc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FILE *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);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fgetc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function reads a character from the input file referenced by fp.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value is the character read, or in case of any error it returns EOF.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char *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fgets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char *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buf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n, FILE *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152400"/>
            <a:ext cx="3048000" cy="3810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019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main()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FILE *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char buff[100];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fopen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tmp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/test.txt", "r");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fscanf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"%s", buff);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("1 : %s\n", buff 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fgets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(buff, 255, (FILE*)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("2: %s\n", buff 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fgets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(buff, 255, (FILE*)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("3: %s\n", buff 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fclose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119</TotalTime>
  <Words>551</Words>
  <Application>Microsoft Office PowerPoint</Application>
  <PresentationFormat>On-screen Show (4:3)</PresentationFormat>
  <Paragraphs>78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Flow</vt:lpstr>
      <vt:lpstr>File I/O</vt:lpstr>
      <vt:lpstr>Opening Files</vt:lpstr>
      <vt:lpstr>Slide 3</vt:lpstr>
      <vt:lpstr>Closing a File</vt:lpstr>
      <vt:lpstr>Writing a File</vt:lpstr>
      <vt:lpstr>Program</vt:lpstr>
      <vt:lpstr>Reading a File</vt:lpstr>
      <vt:lpstr>Program</vt:lpstr>
      <vt:lpstr>Slide 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I/O</dc:title>
  <dc:creator>D3LL</dc:creator>
  <cp:lastModifiedBy>HCT</cp:lastModifiedBy>
  <cp:revision>16</cp:revision>
  <dcterms:created xsi:type="dcterms:W3CDTF">2006-08-16T00:00:00Z</dcterms:created>
  <dcterms:modified xsi:type="dcterms:W3CDTF">2017-07-24T13:46:51Z</dcterms:modified>
</cp:coreProperties>
</file>