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647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33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44A6C-774A-4B4A-B2C3-1A8FD97CD5F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AFEBA-19FF-4C76-91A6-0FD6FB45F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AFEBA-19FF-4C76-91A6-0FD6FB45FD2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AFEBA-19FF-4C76-91A6-0FD6FB45FD2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1FFC0F9-4E26-40B2-8407-AD35809B8233}" type="datetimeFigureOut">
              <a:rPr lang="en-US" smtClean="0"/>
              <a:pPr/>
              <a:t>7/21/2017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3A5FEDD-62E3-4CEB-BFC0-C1DC7503F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601"/>
            <a:ext cx="5867400" cy="7619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 Pointers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534400" cy="5257800"/>
          </a:xfrm>
        </p:spPr>
        <p:txBody>
          <a:bodyPr/>
          <a:lstStyle/>
          <a:p>
            <a:r>
              <a:rPr lang="en-US" dirty="0" smtClean="0"/>
              <a:t>It is </a:t>
            </a:r>
            <a:r>
              <a:rPr lang="en-US" dirty="0"/>
              <a:t>a variable whose value is the address of another variable </a:t>
            </a:r>
            <a:endParaRPr lang="en-US" dirty="0" smtClean="0"/>
          </a:p>
          <a:p>
            <a:r>
              <a:rPr lang="en-US" dirty="0"/>
              <a:t>M</a:t>
            </a:r>
            <a:r>
              <a:rPr lang="en-US" dirty="0" smtClean="0"/>
              <a:t>ust </a:t>
            </a:r>
            <a:r>
              <a:rPr lang="en-US" dirty="0"/>
              <a:t>declare a </a:t>
            </a:r>
            <a:r>
              <a:rPr lang="en-US" dirty="0" smtClean="0"/>
              <a:t>Pointer </a:t>
            </a:r>
            <a:r>
              <a:rPr lang="en-US" dirty="0"/>
              <a:t>before </a:t>
            </a:r>
            <a:r>
              <a:rPr lang="en-US" dirty="0" smtClean="0"/>
              <a:t>we </a:t>
            </a:r>
            <a:r>
              <a:rPr lang="en-US" dirty="0"/>
              <a:t>use it to store any variable </a:t>
            </a:r>
            <a:r>
              <a:rPr lang="en-US" dirty="0" smtClean="0"/>
              <a:t>address.</a:t>
            </a:r>
            <a:endParaRPr lang="en-US" dirty="0" smtClean="0"/>
          </a:p>
          <a:p>
            <a:r>
              <a:rPr lang="en-US" dirty="0"/>
              <a:t>D</a:t>
            </a:r>
            <a:r>
              <a:rPr lang="en-US" dirty="0" smtClean="0"/>
              <a:t>irect </a:t>
            </a:r>
            <a:r>
              <a:rPr lang="en-US" dirty="0"/>
              <a:t>address of the memory </a:t>
            </a:r>
            <a:r>
              <a:rPr lang="en-US" dirty="0" smtClean="0"/>
              <a:t>location.</a:t>
            </a:r>
            <a:endParaRPr lang="en-US" dirty="0" smtClean="0"/>
          </a:p>
          <a:p>
            <a:r>
              <a:rPr lang="en-US" dirty="0" smtClean="0"/>
              <a:t>Every memory location has its address accessed </a:t>
            </a:r>
            <a:r>
              <a:rPr lang="en-US" dirty="0" smtClean="0"/>
              <a:t>using   </a:t>
            </a:r>
            <a:r>
              <a:rPr lang="en-US" dirty="0" smtClean="0"/>
              <a:t>			</a:t>
            </a:r>
            <a:r>
              <a:rPr lang="en-US" b="1" dirty="0" smtClean="0"/>
              <a:t>ampersand (&amp;) operator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Declration</a:t>
            </a:r>
            <a:r>
              <a:rPr lang="en-US" dirty="0" smtClean="0"/>
              <a:t>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</a:t>
            </a:r>
            <a:r>
              <a:rPr lang="en-US" dirty="0" smtClean="0"/>
              <a:t> *</a:t>
            </a:r>
            <a:r>
              <a:rPr lang="en-US" dirty="0" err="1"/>
              <a:t>var</a:t>
            </a:r>
            <a:r>
              <a:rPr lang="en-US" dirty="0"/>
              <a:t>-name;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int *</a:t>
            </a:r>
            <a:r>
              <a:rPr lang="en-US" dirty="0" err="1"/>
              <a:t>ip</a:t>
            </a:r>
            <a:r>
              <a:rPr lang="en-US" dirty="0" smtClean="0"/>
              <a:t>;	 	/* </a:t>
            </a:r>
            <a:r>
              <a:rPr lang="en-US" dirty="0"/>
              <a:t>pointer to an integer */ </a:t>
            </a:r>
          </a:p>
          <a:p>
            <a:r>
              <a:rPr lang="en-US" dirty="0"/>
              <a:t>double *</a:t>
            </a:r>
            <a:r>
              <a:rPr lang="en-US" dirty="0" err="1"/>
              <a:t>dp</a:t>
            </a:r>
            <a:r>
              <a:rPr lang="en-US" dirty="0"/>
              <a:t>; </a:t>
            </a:r>
            <a:r>
              <a:rPr lang="en-US" dirty="0" smtClean="0"/>
              <a:t>	/* </a:t>
            </a:r>
            <a:r>
              <a:rPr lang="en-US" dirty="0"/>
              <a:t>pointer to a double */ </a:t>
            </a:r>
          </a:p>
          <a:p>
            <a:r>
              <a:rPr lang="en-US" dirty="0"/>
              <a:t>float *</a:t>
            </a:r>
            <a:r>
              <a:rPr lang="en-US" dirty="0" err="1"/>
              <a:t>fp</a:t>
            </a:r>
            <a:r>
              <a:rPr lang="en-US" dirty="0"/>
              <a:t>; </a:t>
            </a:r>
            <a:r>
              <a:rPr lang="en-US" dirty="0" smtClean="0"/>
              <a:t>	/* </a:t>
            </a:r>
            <a:r>
              <a:rPr lang="en-US" dirty="0"/>
              <a:t>pointer to a float */ </a:t>
            </a:r>
          </a:p>
          <a:p>
            <a:r>
              <a:rPr lang="en-US" dirty="0"/>
              <a:t>char *</a:t>
            </a:r>
            <a:r>
              <a:rPr lang="en-US" dirty="0" err="1" smtClean="0"/>
              <a:t>ch</a:t>
            </a:r>
            <a:r>
              <a:rPr lang="en-US" dirty="0" smtClean="0"/>
              <a:t>; 	/* </a:t>
            </a:r>
            <a:r>
              <a:rPr lang="en-US" dirty="0"/>
              <a:t>pointer to a character */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6647688" cy="990600"/>
          </a:xfrm>
        </p:spPr>
        <p:txBody>
          <a:bodyPr/>
          <a:lstStyle/>
          <a:p>
            <a:r>
              <a:rPr lang="en-US" dirty="0" smtClean="0"/>
              <a:t>Program For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7943088" cy="5638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var1; </a:t>
            </a:r>
          </a:p>
          <a:p>
            <a:r>
              <a:rPr lang="en-US" dirty="0" smtClean="0"/>
              <a:t>char var2[10];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("Address of var1 variable: %x\n", &amp;var1 );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("Address of var2 variable: %x\n", &amp;var2 );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8580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Pointer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#include &lt;stdio.h&gt;</a:t>
            </a:r>
          </a:p>
          <a:p>
            <a:r>
              <a:rPr lang="en-US" dirty="0"/>
              <a:t>int j, k;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 *</a:t>
            </a:r>
            <a:r>
              <a:rPr lang="en-US" dirty="0"/>
              <a:t>ptr;</a:t>
            </a:r>
          </a:p>
          <a:p>
            <a:r>
              <a:rPr lang="en-US" dirty="0"/>
              <a:t>int main(void)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j = 1;</a:t>
            </a:r>
          </a:p>
          <a:p>
            <a:r>
              <a:rPr lang="en-US" dirty="0"/>
              <a:t>k = 2;</a:t>
            </a:r>
          </a:p>
          <a:p>
            <a:r>
              <a:rPr lang="en-US" dirty="0"/>
              <a:t>ptr = &amp;k;</a:t>
            </a:r>
          </a:p>
          <a:p>
            <a:r>
              <a:rPr lang="en-US" dirty="0"/>
              <a:t>printf("\n");</a:t>
            </a:r>
          </a:p>
          <a:p>
            <a:r>
              <a:rPr lang="en-US" dirty="0"/>
              <a:t>printf("j has the value %d and is stored at </a:t>
            </a:r>
            <a:r>
              <a:rPr lang="en-US" dirty="0" smtClean="0"/>
              <a:t>%d\n</a:t>
            </a:r>
            <a:r>
              <a:rPr lang="en-US" dirty="0"/>
              <a:t>", </a:t>
            </a:r>
            <a:r>
              <a:rPr lang="en-US" dirty="0" err="1" smtClean="0"/>
              <a:t>j,&amp;j</a:t>
            </a:r>
            <a:r>
              <a:rPr lang="en-US" dirty="0"/>
              <a:t>);</a:t>
            </a:r>
          </a:p>
          <a:p>
            <a:r>
              <a:rPr lang="en-US" dirty="0"/>
              <a:t>printf("k has the value %d and is stored at </a:t>
            </a:r>
            <a:r>
              <a:rPr lang="en-US" dirty="0" smtClean="0"/>
              <a:t>%d\n</a:t>
            </a:r>
            <a:r>
              <a:rPr lang="en-US" dirty="0"/>
              <a:t>", k, </a:t>
            </a:r>
            <a:r>
              <a:rPr lang="en-US" dirty="0" smtClean="0"/>
              <a:t>&amp;</a:t>
            </a:r>
            <a:r>
              <a:rPr lang="en-US" dirty="0"/>
              <a:t>k);</a:t>
            </a:r>
          </a:p>
          <a:p>
            <a:r>
              <a:rPr lang="en-US" dirty="0" err="1" smtClean="0"/>
              <a:t>printf</a:t>
            </a:r>
            <a:r>
              <a:rPr lang="en-US" dirty="0"/>
              <a:t>("The value of the integer pointed to by ptr is %d\n", *ptr);</a:t>
            </a:r>
          </a:p>
          <a:p>
            <a:r>
              <a:rPr lang="en-US" dirty="0"/>
              <a:t>return 0;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</a:t>
            </a:r>
            <a:r>
              <a:rPr lang="en-US" dirty="0"/>
              <a:t>to a pointer is a form of </a:t>
            </a:r>
            <a:r>
              <a:rPr lang="en-US" b="1" dirty="0"/>
              <a:t>M</a:t>
            </a:r>
            <a:r>
              <a:rPr lang="en-US" b="1" dirty="0" smtClean="0"/>
              <a:t>ultiple </a:t>
            </a:r>
            <a:r>
              <a:rPr lang="en-US" b="1" dirty="0"/>
              <a:t>indirection </a:t>
            </a: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895600"/>
            <a:ext cx="50292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68580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Pointer to Pointer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Autofit/>
          </a:bodyPr>
          <a:lstStyle/>
          <a:p>
            <a:r>
              <a:rPr lang="en-US" sz="1800" dirty="0" smtClean="0"/>
              <a:t>#include &lt;</a:t>
            </a:r>
            <a:r>
              <a:rPr lang="en-US" sz="1800" dirty="0" err="1" smtClean="0"/>
              <a:t>stdio.h</a:t>
            </a:r>
            <a:r>
              <a:rPr lang="en-US" sz="1800" dirty="0" smtClean="0"/>
              <a:t>&gt;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main () </a:t>
            </a:r>
          </a:p>
          <a:p>
            <a:r>
              <a:rPr lang="en-US" sz="1800" dirty="0" smtClean="0"/>
              <a:t>{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var</a:t>
            </a:r>
            <a:r>
              <a:rPr lang="en-US" sz="1800" dirty="0" smtClean="0"/>
              <a:t>;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 *</a:t>
            </a:r>
            <a:r>
              <a:rPr lang="en-US" sz="1800" dirty="0" err="1" smtClean="0"/>
              <a:t>ptr</a:t>
            </a:r>
            <a:r>
              <a:rPr lang="en-US" sz="1800" dirty="0" smtClean="0"/>
              <a:t>; </a:t>
            </a:r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 **</a:t>
            </a:r>
            <a:r>
              <a:rPr lang="en-US" sz="1800" dirty="0" err="1" smtClean="0"/>
              <a:t>pptr</a:t>
            </a:r>
            <a:r>
              <a:rPr lang="en-US" sz="1800" dirty="0" smtClean="0"/>
              <a:t>; </a:t>
            </a:r>
          </a:p>
          <a:p>
            <a:r>
              <a:rPr lang="en-US" sz="1800" dirty="0" err="1" smtClean="0"/>
              <a:t>var</a:t>
            </a:r>
            <a:r>
              <a:rPr lang="en-US" sz="1800" dirty="0" smtClean="0"/>
              <a:t> = 3000; </a:t>
            </a:r>
          </a:p>
          <a:p>
            <a:r>
              <a:rPr lang="en-US" sz="1800" dirty="0" smtClean="0"/>
              <a:t>// take the address of </a:t>
            </a:r>
            <a:r>
              <a:rPr lang="en-US" sz="1800" dirty="0" err="1" smtClean="0"/>
              <a:t>var</a:t>
            </a:r>
            <a:r>
              <a:rPr lang="en-US" sz="1800" dirty="0" smtClean="0"/>
              <a:t>  </a:t>
            </a:r>
          </a:p>
          <a:p>
            <a:r>
              <a:rPr lang="en-US" sz="1800" dirty="0" err="1" smtClean="0"/>
              <a:t>ptr</a:t>
            </a:r>
            <a:r>
              <a:rPr lang="en-US" sz="1800" dirty="0" smtClean="0"/>
              <a:t> = &amp;</a:t>
            </a:r>
            <a:r>
              <a:rPr lang="en-US" sz="1800" dirty="0" err="1" smtClean="0"/>
              <a:t>var</a:t>
            </a:r>
            <a:r>
              <a:rPr lang="en-US" sz="1800" dirty="0" smtClean="0"/>
              <a:t>; </a:t>
            </a:r>
          </a:p>
          <a:p>
            <a:r>
              <a:rPr lang="en-US" sz="1800" dirty="0" smtClean="0"/>
              <a:t>// take the address of </a:t>
            </a:r>
            <a:r>
              <a:rPr lang="en-US" sz="1800" dirty="0" err="1" smtClean="0"/>
              <a:t>ptr</a:t>
            </a:r>
            <a:r>
              <a:rPr lang="en-US" sz="1800" dirty="0" smtClean="0"/>
              <a:t> using address of operator &amp;  </a:t>
            </a:r>
          </a:p>
          <a:p>
            <a:r>
              <a:rPr lang="en-US" sz="1800" dirty="0" err="1" smtClean="0"/>
              <a:t>pptr</a:t>
            </a:r>
            <a:r>
              <a:rPr lang="en-US" sz="1800" dirty="0" smtClean="0"/>
              <a:t> = &amp;</a:t>
            </a:r>
            <a:r>
              <a:rPr lang="en-US" sz="1800" dirty="0" err="1" smtClean="0"/>
              <a:t>ptr</a:t>
            </a:r>
            <a:r>
              <a:rPr lang="en-US" sz="1800" dirty="0" smtClean="0"/>
              <a:t>; </a:t>
            </a:r>
          </a:p>
          <a:p>
            <a:r>
              <a:rPr lang="en-US" sz="1800" dirty="0" smtClean="0"/>
              <a:t>// take the value using </a:t>
            </a:r>
            <a:r>
              <a:rPr lang="en-US" sz="1800" dirty="0" err="1" smtClean="0"/>
              <a:t>pptr</a:t>
            </a:r>
            <a:r>
              <a:rPr lang="en-US" sz="1800" dirty="0" smtClean="0"/>
              <a:t> </a:t>
            </a:r>
          </a:p>
          <a:p>
            <a:r>
              <a:rPr lang="en-US" sz="1800" dirty="0" err="1" smtClean="0"/>
              <a:t>printf</a:t>
            </a:r>
            <a:r>
              <a:rPr lang="en-US" sz="1800" dirty="0" smtClean="0"/>
              <a:t>("Value of </a:t>
            </a:r>
            <a:r>
              <a:rPr lang="en-US" sz="1800" dirty="0" err="1" smtClean="0"/>
              <a:t>var</a:t>
            </a:r>
            <a:r>
              <a:rPr lang="en-US" sz="1800" dirty="0" smtClean="0"/>
              <a:t> = %d\n", </a:t>
            </a:r>
            <a:r>
              <a:rPr lang="en-US" sz="1800" dirty="0" err="1" smtClean="0"/>
              <a:t>var</a:t>
            </a:r>
            <a:r>
              <a:rPr lang="en-US" sz="1800" dirty="0" smtClean="0"/>
              <a:t> ); </a:t>
            </a:r>
          </a:p>
          <a:p>
            <a:r>
              <a:rPr lang="en-US" sz="1800" dirty="0" err="1" smtClean="0"/>
              <a:t>printf</a:t>
            </a:r>
            <a:r>
              <a:rPr lang="en-US" sz="1800" dirty="0" smtClean="0"/>
              <a:t>("Value available at *</a:t>
            </a:r>
            <a:r>
              <a:rPr lang="en-US" sz="1800" dirty="0" err="1" smtClean="0"/>
              <a:t>ptr</a:t>
            </a:r>
            <a:r>
              <a:rPr lang="en-US" sz="1800" dirty="0" smtClean="0"/>
              <a:t> = %d\n", *</a:t>
            </a:r>
            <a:r>
              <a:rPr lang="en-US" sz="1800" dirty="0" err="1" smtClean="0"/>
              <a:t>ptr</a:t>
            </a:r>
            <a:r>
              <a:rPr lang="en-US" sz="1800" dirty="0" smtClean="0"/>
              <a:t> ); </a:t>
            </a:r>
          </a:p>
          <a:p>
            <a:r>
              <a:rPr lang="en-US" sz="1800" dirty="0" err="1" smtClean="0"/>
              <a:t>printf</a:t>
            </a:r>
            <a:r>
              <a:rPr lang="en-US" sz="1800" dirty="0" smtClean="0"/>
              <a:t>("Value available at **</a:t>
            </a:r>
            <a:r>
              <a:rPr lang="en-US" sz="1800" dirty="0" err="1" smtClean="0"/>
              <a:t>pptr</a:t>
            </a:r>
            <a:r>
              <a:rPr lang="en-US" sz="1800" dirty="0" smtClean="0"/>
              <a:t> = %d\n", **</a:t>
            </a:r>
            <a:r>
              <a:rPr lang="en-US" sz="1800" dirty="0" err="1" smtClean="0"/>
              <a:t>pptr</a:t>
            </a:r>
            <a:r>
              <a:rPr lang="en-US" sz="1800" dirty="0" smtClean="0"/>
              <a:t>); </a:t>
            </a:r>
          </a:p>
          <a:p>
            <a:r>
              <a:rPr lang="en-US" sz="1800" dirty="0" smtClean="0"/>
              <a:t>return 0; </a:t>
            </a:r>
          </a:p>
          <a:p>
            <a:r>
              <a:rPr lang="en-US" sz="1800" dirty="0" smtClean="0"/>
              <a:t>}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239000" cy="1020762"/>
          </a:xfrm>
        </p:spPr>
        <p:txBody>
          <a:bodyPr/>
          <a:lstStyle/>
          <a:p>
            <a:r>
              <a:rPr lang="en-US" dirty="0" smtClean="0"/>
              <a:t>Pointer from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943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#include &lt;</a:t>
            </a:r>
            <a:r>
              <a:rPr lang="en-US" dirty="0" err="1" smtClean="0"/>
              <a:t>time.h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/* function to generate and </a:t>
            </a:r>
            <a:r>
              <a:rPr lang="en-US" dirty="0" err="1" smtClean="0"/>
              <a:t>retrun</a:t>
            </a:r>
            <a:r>
              <a:rPr lang="en-US" dirty="0" smtClean="0"/>
              <a:t> random numbers. */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* </a:t>
            </a:r>
            <a:r>
              <a:rPr lang="en-US" dirty="0" err="1" smtClean="0"/>
              <a:t>getRandom</a:t>
            </a:r>
            <a:r>
              <a:rPr lang="en-US" dirty="0" smtClean="0"/>
              <a:t>(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static </a:t>
            </a:r>
            <a:r>
              <a:rPr lang="en-US" dirty="0" err="1" smtClean="0"/>
              <a:t>int</a:t>
            </a:r>
            <a:r>
              <a:rPr lang="en-US" dirty="0" smtClean="0"/>
              <a:t> r[10];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/* set the seed */ </a:t>
            </a:r>
          </a:p>
          <a:p>
            <a:r>
              <a:rPr lang="en-US" dirty="0" err="1" smtClean="0"/>
              <a:t>srand</a:t>
            </a:r>
            <a:r>
              <a:rPr lang="en-US" dirty="0" smtClean="0"/>
              <a:t>( (unsigned)time( NULL ) ); </a:t>
            </a:r>
          </a:p>
          <a:p>
            <a:r>
              <a:rPr lang="nn-NO" dirty="0" smtClean="0"/>
              <a:t>for ( i = 0; i &lt; 10; ++i)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r[</a:t>
            </a:r>
            <a:r>
              <a:rPr lang="en-US" dirty="0" err="1" smtClean="0"/>
              <a:t>i</a:t>
            </a:r>
            <a:r>
              <a:rPr lang="en-US" dirty="0" smtClean="0"/>
              <a:t>] = rand();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("%d\n", r[</a:t>
            </a:r>
            <a:r>
              <a:rPr lang="en-US" dirty="0" err="1" smtClean="0"/>
              <a:t>i</a:t>
            </a:r>
            <a:r>
              <a:rPr lang="en-US" dirty="0" smtClean="0"/>
              <a:t>] 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r; </a:t>
            </a:r>
          </a:p>
          <a:p>
            <a:r>
              <a:rPr lang="en-US" dirty="0" smtClean="0"/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381000"/>
            <a:ext cx="7638288" cy="6172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/* main function to call above defined function */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/* a pointer to an </a:t>
            </a:r>
            <a:r>
              <a:rPr lang="en-US" dirty="0" err="1" smtClean="0"/>
              <a:t>int</a:t>
            </a:r>
            <a:r>
              <a:rPr lang="en-US" dirty="0" smtClean="0"/>
              <a:t> */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*p;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p = </a:t>
            </a:r>
            <a:r>
              <a:rPr lang="en-US" dirty="0" err="1" smtClean="0"/>
              <a:t>getRandom</a:t>
            </a:r>
            <a:r>
              <a:rPr lang="en-US" dirty="0" smtClean="0"/>
              <a:t>(); </a:t>
            </a:r>
          </a:p>
          <a:p>
            <a:r>
              <a:rPr lang="nn-NO" dirty="0" smtClean="0"/>
              <a:t>for ( i = 0; i &lt; 10; i++ ) </a:t>
            </a:r>
          </a:p>
          <a:p>
            <a:r>
              <a:rPr lang="en-US" dirty="0" smtClean="0"/>
              <a:t>{ </a:t>
            </a:r>
          </a:p>
          <a:p>
            <a:r>
              <a:rPr lang="nn-NO" dirty="0" smtClean="0"/>
              <a:t>printf("*(p + [%d]) : %d\n", i, *(p + i) 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400</TotalTime>
  <Words>468</Words>
  <Application>Microsoft Office PowerPoint</Application>
  <PresentationFormat>On-screen Show (4:3)</PresentationFormat>
  <Paragraphs>91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Solstice</vt:lpstr>
      <vt:lpstr>C Pointers</vt:lpstr>
      <vt:lpstr>Declration Of Pointer</vt:lpstr>
      <vt:lpstr>Program For Pointers</vt:lpstr>
      <vt:lpstr>Pointer program</vt:lpstr>
      <vt:lpstr>Pointer to Pointer</vt:lpstr>
      <vt:lpstr>Pointer to Pointer program</vt:lpstr>
      <vt:lpstr>Pointer from Functions</vt:lpstr>
      <vt:lpstr>Slide 8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Pointers</dc:title>
  <dc:creator>HCT-03</dc:creator>
  <cp:lastModifiedBy>HCT</cp:lastModifiedBy>
  <cp:revision>53</cp:revision>
  <dcterms:created xsi:type="dcterms:W3CDTF">2015-11-30T02:36:40Z</dcterms:created>
  <dcterms:modified xsi:type="dcterms:W3CDTF">2017-07-21T04:27:15Z</dcterms:modified>
</cp:coreProperties>
</file>