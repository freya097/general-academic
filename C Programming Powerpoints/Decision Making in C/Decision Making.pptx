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0" r:id="rId3"/>
    <p:sldId id="259" r:id="rId4"/>
    <p:sldId id="258" r:id="rId5"/>
    <p:sldId id="257" r:id="rId6"/>
    <p:sldId id="264" r:id="rId7"/>
    <p:sldId id="263" r:id="rId8"/>
    <p:sldId id="262" r:id="rId9"/>
    <p:sldId id="261" r:id="rId10"/>
    <p:sldId id="269" r:id="rId11"/>
    <p:sldId id="268" r:id="rId12"/>
    <p:sldId id="267" r:id="rId13"/>
    <p:sldId id="266" r:id="rId14"/>
    <p:sldId id="265" r:id="rId15"/>
    <p:sldId id="272" r:id="rId16"/>
    <p:sldId id="271" r:id="rId17"/>
    <p:sldId id="270" r:id="rId18"/>
    <p:sldId id="275" r:id="rId19"/>
    <p:sldId id="274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444" autoAdjust="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EDC44-D1B1-4E3C-BF6F-38AE2B2EC200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F42B2-1394-44E1-90D9-36DA0B8BE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F42B2-1394-44E1-90D9-36DA0B8BE07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52401"/>
            <a:ext cx="50292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Century Schoolbook" pitchFamily="18" charset="0"/>
                <a:cs typeface="Times New Roman" pitchFamily="18" charset="0"/>
              </a:rPr>
              <a:t>Decision Making in C</a:t>
            </a:r>
            <a:endParaRPr lang="en-US" b="1" dirty="0">
              <a:solidFill>
                <a:srgbClr val="FF0000"/>
              </a:solidFill>
              <a:latin typeface="Century Schoolbook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981200"/>
            <a:ext cx="8686800" cy="3962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Decision making structures require that the programmer specify one or more conditions to be evaluated or tested by the program. 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Statement or statements to be executed if the condition is determined to be true, and optionally, other statements to be executed if the condition is determined to be false.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28600"/>
            <a:ext cx="49530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41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statement consists of a boolean expression followed by one or more statements.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/* statement(s) will execute if the boolean expression is true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534400" cy="6172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 boolean expression evaluates to true, then the block of code inside the if statement will be executed.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 boolean expression evaluates to false, then the first set of code after the end of the if statement (after the closing curly brace) will be executed.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743200"/>
            <a:ext cx="3962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876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534400" cy="6096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= 10;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check the boolean condition using if statement */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if( a &lt; 20 )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("a is less than 20\n"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("value of a is : %d\n", a);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48768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if...else statement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if statement can be followed by an optional else statement, which executes when the boolean expression is false.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statement(s) will execute if the boolean expression is true */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statement(s) will execute if the boolean expression is false */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boolean expression evaluates to true, then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if block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code will be executed, otherwise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else block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code will be executed.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Any non-zero and non-null values as true and if it is either zero or null then it is assumed as false value.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828800"/>
            <a:ext cx="3962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876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820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check the boolean condition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a &lt; 20 )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("a is less than 20\n"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if condition is false then print the following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("a is not less than 20\n"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("value of a is 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2484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if...else if...else Statement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if statement can be followed by an optional else if...else statement, which is very useful to test various conditions using single if...else if statement.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/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if can have zero to many else if's and they must come before the else. 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Once an else if succeeds, none of the remaining else if's or else's will be tested.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52400"/>
            <a:ext cx="25146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boolean expression 1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if(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boolean expression 2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if(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boolean expression 3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none of the above condition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5720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153400" cy="57912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check the boolean condition */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if( a == 10 )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("Value of a is 10\n" );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else if( a == 20 )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if else if condition is true */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("Value of a is 20\n" );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4008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 if( a == 30 )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if else if condition is true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("Value of a is 30\n"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if none of the conditions is true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("None of the values is matching\n"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("Exact value of a is: %d\n", a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1722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Nested if statements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Means you can use one if or else if statement inside another if or else if statement(s).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if(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1)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/* Executes when the boolean expression 1 is true */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2)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/* Executes when the boolean expression 2 is true */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3434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534400" cy="5791200"/>
          </a:xfrm>
        </p:spPr>
        <p:txBody>
          <a:bodyPr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b = 200;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check the boolean condition */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if( a == 100 )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if condition is true then check the following */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if( b == 200 )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("Value of a is 100 and b is 200\n" );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("Exact value of a is : %d\n", a );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("Exact value of b is : %d\n", b );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54102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switch statement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382000" cy="4876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switch statement allows a variable to be tested for equality against a list of values.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Each value is called a case, and the variable being switched on is checked for each switch case.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switch statement can have an optional default case, which must appear at the end of the switch.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default case can be used for performing a task when none of the cases is true.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 break is needed in the default case.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 Diagram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219200"/>
            <a:ext cx="4876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191000" cy="838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char grade = 'B';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switch(grade)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'A' 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("Excellent!\n"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'B' 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'C' 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("Well done\n"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case 'D' :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("You passed\n"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case 'F' :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("Better try again\n"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default :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("Invalid grade\n"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("Your grade is %c\n", grade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7244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Nested switch statements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1500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is possible to have a switch as part of the statement sequence of an outer switch.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switch(ch1) 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'A':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("This A is part of outer switch" 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switch(ch2) 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'A':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("This A is part of inner switch" 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'B': /* case code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'B': /* case code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5814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 = 200;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switch(a)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100: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("This is part of outer switch\n", a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switch(b)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200: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("This is part of inner switch\n", a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("Exact value of a is : %d\n", a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("Exact value of b is : %d\n", b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904674">
            <a:off x="542255" y="2260863"/>
            <a:ext cx="8229600" cy="11430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232</TotalTime>
  <Words>1220</Words>
  <Application>Microsoft Office PowerPoint</Application>
  <PresentationFormat>On-screen Show (4:3)</PresentationFormat>
  <Paragraphs>224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 Decision Making in C</vt:lpstr>
      <vt:lpstr>if statement</vt:lpstr>
      <vt:lpstr>Slide 3</vt:lpstr>
      <vt:lpstr>Program</vt:lpstr>
      <vt:lpstr>if...else statement</vt:lpstr>
      <vt:lpstr>Slide 6</vt:lpstr>
      <vt:lpstr>Program</vt:lpstr>
      <vt:lpstr>The if...else if...else Statement</vt:lpstr>
      <vt:lpstr>Syntax </vt:lpstr>
      <vt:lpstr>Program</vt:lpstr>
      <vt:lpstr>Slide 11</vt:lpstr>
      <vt:lpstr>Nested if statements</vt:lpstr>
      <vt:lpstr>Program</vt:lpstr>
      <vt:lpstr>switch statement</vt:lpstr>
      <vt:lpstr>Flow Diagram</vt:lpstr>
      <vt:lpstr>Program</vt:lpstr>
      <vt:lpstr>Slide 17</vt:lpstr>
      <vt:lpstr>Nested switch statements</vt:lpstr>
      <vt:lpstr>Program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Decision Making in C</dc:title>
  <dc:creator>HCT-03</dc:creator>
  <cp:lastModifiedBy>HCT-03</cp:lastModifiedBy>
  <cp:revision>41</cp:revision>
  <dcterms:created xsi:type="dcterms:W3CDTF">2006-08-16T00:00:00Z</dcterms:created>
  <dcterms:modified xsi:type="dcterms:W3CDTF">2016-08-08T03:58:42Z</dcterms:modified>
</cp:coreProperties>
</file>