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60" r:id="rId3"/>
    <p:sldId id="259" r:id="rId4"/>
    <p:sldId id="258" r:id="rId5"/>
    <p:sldId id="257" r:id="rId6"/>
    <p:sldId id="265" r:id="rId7"/>
    <p:sldId id="264" r:id="rId8"/>
    <p:sldId id="263" r:id="rId9"/>
    <p:sldId id="268" r:id="rId10"/>
    <p:sldId id="267" r:id="rId11"/>
    <p:sldId id="266" r:id="rId12"/>
    <p:sldId id="269" r:id="rId13"/>
    <p:sldId id="272" r:id="rId14"/>
    <p:sldId id="271" r:id="rId15"/>
    <p:sldId id="270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1D9EE-0C05-4D17-A594-0B915407951D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BF6E6-8F92-4481-959B-07DF0522A4E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BF6E6-8F92-4481-959B-07DF0522A4E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200" y="152401"/>
            <a:ext cx="3581400" cy="6858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Loops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143000"/>
            <a:ext cx="7848600" cy="54102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loop statement allows us to execute a statement or group of statements multiple times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2209800"/>
            <a:ext cx="3962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228600"/>
            <a:ext cx="3657600" cy="5334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while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5486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while loop statement is repeatedly executes a target statement as long as a given condition is true.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while(condition)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statement(s);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1981200"/>
            <a:ext cx="4495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4191000" cy="60960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&lt;stdio.h&gt;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a = 10;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while loop execution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while( a &lt; 20 )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printf("value of a: %d\n", a);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a++;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152400"/>
            <a:ext cx="4191000" cy="609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for loop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for loop is a repetition control structure that allows you to efficiently write a loop that needs to execute a specific number of times.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( init; condition; increment 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statement(s);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610600" cy="6248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1. The init step is executed first, and only once. 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 Next, the condition is evaluated. 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 After the body of the for loop executes, the flow of control jumps back up to the increment statement. 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2971800"/>
            <a:ext cx="341947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4038600" cy="5334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715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#include &lt;stdio.h&gt;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 main ()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 a;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/* for loop execution */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For(a = 10; a &lt; 20; a = a + 1 )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printf("value of a: %d\n", a);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733800" cy="457200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do...while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fontScale="925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do...while loop is similar to a while loop, except that a do...while loop is guaranteed to execute at least one time. </a:t>
            </a:r>
          </a:p>
          <a:p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/>
              <a:t>Syntax </a:t>
            </a:r>
          </a:p>
          <a:p>
            <a:endParaRPr lang="en-US" sz="17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/>
              <a:t>do </a:t>
            </a:r>
          </a:p>
          <a:p>
            <a:r>
              <a:rPr lang="en-US" sz="2800" dirty="0" smtClean="0"/>
              <a:t>{ </a:t>
            </a:r>
          </a:p>
          <a:p>
            <a:r>
              <a:rPr lang="en-US" sz="2800" dirty="0" smtClean="0"/>
              <a:t>statement(s); </a:t>
            </a:r>
          </a:p>
          <a:p>
            <a:r>
              <a:rPr lang="en-US" sz="2800" dirty="0" smtClean="0"/>
              <a:t>}while( condition ); </a:t>
            </a:r>
          </a:p>
          <a:p>
            <a:endParaRPr lang="en-US" sz="2800" dirty="0" smtClean="0"/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If the condition is true, the flow of control jumps back up to do, and the statement(s) in the loop execute again. 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This process repeats until the given condition becomes false. 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1828800"/>
            <a:ext cx="3810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28600"/>
            <a:ext cx="4267200" cy="3810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&lt;stdio.h&gt;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a = 10;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do loop execution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printf("value of a: %d\n", a);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= a + 1;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}while( a &lt; 20 );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8100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break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458200" cy="5867400"/>
          </a:xfrm>
        </p:spPr>
        <p:txBody>
          <a:bodyPr/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break statement is encountered inside a loop, the loop is immediately terminated and program control resumes at the next statement following the loop. </a:t>
            </a:r>
          </a:p>
          <a:p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It can be used to terminate a case in the switch statement.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2971800"/>
            <a:ext cx="3276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152400"/>
            <a:ext cx="36576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&lt;stdio.h&gt;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a = 10;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while loop execution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while( a &lt; 20 )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printf("value of a: %d\n", a);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a++;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 a &gt; 15)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terminate the loop using break statement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break;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40386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continue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305800" cy="57150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for loop, continue statement causes the conditional test and increment portions of the loop to execute.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 the while and do...while loops, continue statement causes the program control passes to the conditional tests.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continue;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3124200"/>
            <a:ext cx="34290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40386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8674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&lt;stdio.h&gt;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a = 10;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do loop execution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 a == 15)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skip the iteration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= a + 1;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continue;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printf("value of a: %d\n", a);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a++;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}while( a &lt; 20 );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886200" cy="533400"/>
          </a:xfrm>
        </p:spPr>
        <p:txBody>
          <a:bodyPr>
            <a:normAutofit/>
          </a:bodyPr>
          <a:lstStyle/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791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statement  provides an unconditional jump from 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to a labeled statement in the same function.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Syntax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label;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..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label: statement;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286000"/>
            <a:ext cx="3657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152400"/>
            <a:ext cx="29718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&lt;stdio.h&gt;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main 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local variable definition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a = 10;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do loop execution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LOOP:do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if( a == 15)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skip the iteration */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= a + 1;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LOOP;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printf("value of a: %d\n", a);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a++;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}while( a &lt; 20 );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85800"/>
            <a:ext cx="5181600" cy="762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Infinite Loop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90800"/>
            <a:ext cx="8229600" cy="2438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loop becomes infinite loop if a condition never becomes false.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for loop is traditionally used for this purpose.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152400"/>
            <a:ext cx="3810000" cy="60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&lt;stdio.h&gt;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 main ()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for( ; ; 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printf("This loop will run forever.\n");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300</TotalTime>
  <Words>750</Words>
  <Application>Microsoft Office PowerPoint</Application>
  <PresentationFormat>On-screen Show (4:3)</PresentationFormat>
  <Paragraphs>176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Flow</vt:lpstr>
      <vt:lpstr>Loops</vt:lpstr>
      <vt:lpstr>while</vt:lpstr>
      <vt:lpstr>Program</vt:lpstr>
      <vt:lpstr>for loop</vt:lpstr>
      <vt:lpstr>Slide 5</vt:lpstr>
      <vt:lpstr>Program</vt:lpstr>
      <vt:lpstr>do...while</vt:lpstr>
      <vt:lpstr>Program</vt:lpstr>
      <vt:lpstr>break statement</vt:lpstr>
      <vt:lpstr>Program</vt:lpstr>
      <vt:lpstr>continue statement</vt:lpstr>
      <vt:lpstr>Program</vt:lpstr>
      <vt:lpstr>goto statement</vt:lpstr>
      <vt:lpstr>Program</vt:lpstr>
      <vt:lpstr>The Infinite Loop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HCT-03</dc:creator>
  <cp:lastModifiedBy>HCT-03</cp:lastModifiedBy>
  <cp:revision>41</cp:revision>
  <dcterms:created xsi:type="dcterms:W3CDTF">2006-08-16T00:00:00Z</dcterms:created>
  <dcterms:modified xsi:type="dcterms:W3CDTF">2017-07-13T04:25:37Z</dcterms:modified>
</cp:coreProperties>
</file>