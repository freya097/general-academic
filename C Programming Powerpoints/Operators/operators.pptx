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9" r:id="rId5"/>
    <p:sldId id="257" r:id="rId6"/>
    <p:sldId id="264" r:id="rId7"/>
    <p:sldId id="263" r:id="rId8"/>
    <p:sldId id="262" r:id="rId9"/>
    <p:sldId id="261" r:id="rId10"/>
    <p:sldId id="267" r:id="rId11"/>
    <p:sldId id="266" r:id="rId12"/>
    <p:sldId id="265" r:id="rId13"/>
    <p:sldId id="269" r:id="rId14"/>
    <p:sldId id="268" r:id="rId15"/>
    <p:sldId id="272" r:id="rId16"/>
    <p:sldId id="271" r:id="rId17"/>
    <p:sldId id="270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8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AACF9B-7397-41D0-8D66-6D430CFFCC4F}" type="datetimeFigureOut">
              <a:rPr lang="en-IN" smtClean="0"/>
              <a:pPr/>
              <a:t>19-07-2017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E312A99-A58A-4A2F-88A3-E7F3D9E4FF7A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2956"/>
            <a:ext cx="9144000" cy="94169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14652"/>
            <a:ext cx="9144000" cy="5404512"/>
          </a:xfrm>
        </p:spPr>
        <p:txBody>
          <a:bodyPr/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is a symbol that tells the compiler to perform specific mathematical or logical manipulations. </a:t>
            </a:r>
            <a:endParaRPr lang="en-IN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8325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013"/>
            <a:ext cx="10515600" cy="682387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651"/>
            <a:ext cx="10515600" cy="382137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	Adds two operands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	Subtracts second operand from the first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	Divides numerator by de-numerator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	Modulus Operator and remainder of after an integer division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	Increments operator increases integer value by one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	Decrements operator decreases integer value by one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381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478"/>
            <a:ext cx="10515600" cy="586853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3331"/>
            <a:ext cx="10515600" cy="5813947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21;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10;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+ b;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Value of c is %d\n", c );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- b;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Value of c is %d\n", c );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* b;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Value of c is %d\n", c ); </a:t>
            </a:r>
          </a:p>
        </p:txBody>
      </p:sp>
    </p:spTree>
    <p:extLst>
      <p:ext uri="{BB962C8B-B14F-4D97-AF65-F5344CB8AC3E}">
        <p14:creationId xmlns="" xmlns:p14="http://schemas.microsoft.com/office/powerpoint/2010/main" val="404795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4842"/>
            <a:ext cx="10515600" cy="5822121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a / b;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4 - Value of c is %d\n", c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a % b;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5 - Value of c is %d\n", c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a++;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6 - Value of c is %d\n", c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a--;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7 - Value of c is %d\n", c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9090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4454" y="177421"/>
            <a:ext cx="4312692" cy="532263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9684"/>
            <a:ext cx="10515600" cy="590948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	Checks if the values of two operands are equal or not, if yes then condition becomes true. 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 	Checks if the values of two operands are equal or not, if values are not equal then condition becomes true. 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	Checks if the value of left operand is greater than the value of right operand, if yes then condition becomes true. 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	Checks if the value of left operand is less than the value of right operand, if yes then condition becomes true. 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 	Checks if the value of left operand is greater than or equal to the value of right operand, if yes then condition becomes true. 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 	Checks if the value of left operand is less than or equal to the value of right operand, if yes then condition becomes true. 	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21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4645" y="163773"/>
            <a:ext cx="4299046" cy="723331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7104"/>
            <a:ext cx="10515600" cy="5622878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21;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10;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;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a == b 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a is equal to b\n" );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a is not equal to b\n" );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1367698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546"/>
            <a:ext cx="10515600" cy="6155141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 a &lt; b )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a is less than b\n"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a is not less than b\n" );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&gt; b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a is greater than b\n"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a is not greater than b\n"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7729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Lets change value of a and b */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5;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20;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&lt;= b )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4 - a is either less than or equal to b\n"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b &gt;= a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5 - b is either greater than or equal to b\n"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140810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9988" y="163773"/>
            <a:ext cx="3753134" cy="73697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287"/>
            <a:ext cx="10515600" cy="4831307"/>
          </a:xfrm>
        </p:spPr>
        <p:txBody>
          <a:bodyPr/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&amp;&amp;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Called Logical AND operator.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operands are non-zero, then condition becomes true.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	Called Logical OR Operator.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of the two operands is non-zero, then condition becomes true.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	Called Logical NOT Operator.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reverses the logical state of its operand.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 is true, then Logical NOT operator will make false. 	</a:t>
            </a:r>
          </a:p>
        </p:txBody>
      </p:sp>
    </p:spTree>
    <p:extLst>
      <p:ext uri="{BB962C8B-B14F-4D97-AF65-F5344CB8AC3E}">
        <p14:creationId xmlns="" xmlns:p14="http://schemas.microsoft.com/office/powerpoint/2010/main" val="133146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624" y="163774"/>
            <a:ext cx="3398292" cy="668740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2514"/>
            <a:ext cx="10515600" cy="573205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20;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&amp;&amp; b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Condition is true\n"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|| b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</p:txBody>
      </p:sp>
    </p:spTree>
    <p:extLst>
      <p:ext uri="{BB962C8B-B14F-4D97-AF65-F5344CB8AC3E}">
        <p14:creationId xmlns="" xmlns:p14="http://schemas.microsoft.com/office/powerpoint/2010/main" val="9965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4842"/>
            <a:ext cx="10515600" cy="6141492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Condition is true\n"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lets change the value of a and b */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10;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a &amp;&amp; b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Condition is true\n"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Condition is not true\n"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!(a &amp;&amp; b) 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4 - Condition is true\n"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275534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6782" y="163774"/>
            <a:ext cx="4626591" cy="668740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2514"/>
            <a:ext cx="10515600" cy="4394579"/>
          </a:xfrm>
        </p:spPr>
        <p:txBody>
          <a:bodyPr/>
          <a:lstStyle/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Binary AND Operator copies a bit to the result if it exists in both operands.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	Binary OR Operator copies a bit if it exists in either operand.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^ 	Binary XOR Operator copies the bit if it is set in one operand but not both.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	Binary Left Shift Operator.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	Binary Right Shift Operator. </a:t>
            </a:r>
          </a:p>
        </p:txBody>
      </p:sp>
    </p:spTree>
    <p:extLst>
      <p:ext uri="{BB962C8B-B14F-4D97-AF65-F5344CB8AC3E}">
        <p14:creationId xmlns="" xmlns:p14="http://schemas.microsoft.com/office/powerpoint/2010/main" val="387909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1306" y="177421"/>
            <a:ext cx="2169995" cy="532263"/>
          </a:xfrm>
        </p:spPr>
        <p:txBody>
          <a:bodyPr>
            <a:normAutofit/>
          </a:bodyPr>
          <a:lstStyle/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5343"/>
            <a:ext cx="10515600" cy="5527344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60; /* 60 = 0011 1100 */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13; /* 13 = 0000 1101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0;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&amp; b; /* 12 = 0000 1100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Value of c is %d\n", c );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| b; /* 61 = 0011 1101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Value of c is %d\n", c );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^ b; /* 49 = 0011 0001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Value of c is %d\n", c ); </a:t>
            </a:r>
          </a:p>
        </p:txBody>
      </p:sp>
    </p:spTree>
    <p:extLst>
      <p:ext uri="{BB962C8B-B14F-4D97-AF65-F5344CB8AC3E}">
        <p14:creationId xmlns="" xmlns:p14="http://schemas.microsoft.com/office/powerpoint/2010/main" val="355468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2764"/>
            <a:ext cx="10515600" cy="44218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~a; /*-61 = 1100 0011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4 - Value of c is %d\n", c );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&lt;&lt; 2; /* 240 = 1111 0000 */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5 - Value of c is %d\n", c );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&gt;&gt; 2; /* 15 = 0000 1111 */ 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6 - Value of c is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193964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722" y="122831"/>
            <a:ext cx="4844956" cy="66874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15654"/>
            <a:ext cx="10515600" cy="29069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	Simple assignment operator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&lt;&lt;= 	Left shift AND assignment operator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&gt;&gt;= 	Right shift AND assignment operator 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&amp;= 	Bitwise AND assignment operator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5452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2382" y="365125"/>
            <a:ext cx="6387152" cy="549275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1820"/>
            <a:ext cx="10515600" cy="5445457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21;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1 - 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+=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2 - +=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3 - -=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*=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4 - *=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/=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5 - /= Operator Example, Value of c = %d\n", c ); </a:t>
            </a:r>
          </a:p>
        </p:txBody>
      </p:sp>
    </p:spTree>
    <p:extLst>
      <p:ext uri="{BB962C8B-B14F-4D97-AF65-F5344CB8AC3E}">
        <p14:creationId xmlns="" xmlns:p14="http://schemas.microsoft.com/office/powerpoint/2010/main" val="384955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0250"/>
            <a:ext cx="10515600" cy="6223379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200;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%= a;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6 - %=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&lt;&lt;= 2;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7 - &lt;&lt;=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&gt;&gt;= 2;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8 - &gt;&gt;=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&amp;= 2;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9 - &amp;=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^= 2;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10 - ^=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|= 2;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11 - |= Operator Example, Value of c = %d\n", c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35943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358" y="163774"/>
            <a:ext cx="6974006" cy="573206"/>
          </a:xfrm>
        </p:spPr>
        <p:txBody>
          <a:bodyPr>
            <a:normAutofit/>
          </a:bodyPr>
          <a:lstStyle/>
          <a:p>
            <a:pPr algn="ctr"/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Misc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Operators ↦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ternary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1062"/>
            <a:ext cx="10515600" cy="2866031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	Returns the size of an variable. 	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&amp; 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Returns the address of an variable. 	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*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Pointer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variable. 	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?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Conditional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55186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4137" y="168812"/>
            <a:ext cx="3345801" cy="492370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3385"/>
            <a:ext cx="10515600" cy="5950633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20;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10;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15;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= 5;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(a + b) * c / d; // ( 30 * 15 ) / 5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("Value of (a + b) * c / d is : %d\n", e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((a + b) * c) / d; // (30 * 15 ) / 5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("Value of ((a + b) * c) / d is : %d\n" , e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(a + b) * (c / d); // (30) * (15/5)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("Value of (a + b) * (c / d) is : %d\n", e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a + (b * c) / d; // 20 + (150/5)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("Value of a + (b * c) / d is : %d\n" , e );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="" xmlns:p14="http://schemas.microsoft.com/office/powerpoint/2010/main" val="4067574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24655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91</TotalTime>
  <Words>1198</Words>
  <Application>Microsoft Office PowerPoint</Application>
  <PresentationFormat>Custom</PresentationFormat>
  <Paragraphs>215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Operators</vt:lpstr>
      <vt:lpstr>Arithmetic Operators</vt:lpstr>
      <vt:lpstr>Program</vt:lpstr>
      <vt:lpstr>Slide 4</vt:lpstr>
      <vt:lpstr>Relational Operators</vt:lpstr>
      <vt:lpstr>Program</vt:lpstr>
      <vt:lpstr>Slide 7</vt:lpstr>
      <vt:lpstr>Slide 8</vt:lpstr>
      <vt:lpstr>Logical Operators</vt:lpstr>
      <vt:lpstr>Program</vt:lpstr>
      <vt:lpstr>Slide 11</vt:lpstr>
      <vt:lpstr>Bitwise Operators</vt:lpstr>
      <vt:lpstr>Program</vt:lpstr>
      <vt:lpstr>Slide 14</vt:lpstr>
      <vt:lpstr>Assignment Operators</vt:lpstr>
      <vt:lpstr>Program</vt:lpstr>
      <vt:lpstr>Slide 17</vt:lpstr>
      <vt:lpstr>Misc Operators ↦ sizeof &amp; ternary</vt:lpstr>
      <vt:lpstr>Program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>Timmy Lalu</dc:creator>
  <cp:lastModifiedBy>HCT</cp:lastModifiedBy>
  <cp:revision>18</cp:revision>
  <dcterms:created xsi:type="dcterms:W3CDTF">2016-08-10T17:12:32Z</dcterms:created>
  <dcterms:modified xsi:type="dcterms:W3CDTF">2017-07-19T06:01:59Z</dcterms:modified>
</cp:coreProperties>
</file>